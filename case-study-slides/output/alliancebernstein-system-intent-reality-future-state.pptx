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943ce02b934f33" /><Relationship Type="http://schemas.openxmlformats.org/officeDocument/2006/relationships/extended-properties" Target="/docProps/app.xml" Id="R423a7b0746074d3e" /><Relationship Type="http://schemas.openxmlformats.org/officeDocument/2006/relationships/officeDocument" Target="/ppt/presentation.xml" Id="R7e79a52e85d14a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de778264cf4cb8"/>
    <p:sldMasterId xmlns:r="http://schemas.openxmlformats.org/officeDocument/2006/relationships" id="2147483663" r:id="R3fd12123f0044e20"/>
  </p:sldMasterIdLst>
  <p:notesMasterIdLst>
    <p:notesMasterId xmlns:r="http://schemas.openxmlformats.org/officeDocument/2006/relationships" r:id="R4ae522bfa38b4786"/>
  </p:notesMasterIdLst>
  <p:sldIdLst>
    <p:sldId xmlns:r="http://schemas.openxmlformats.org/officeDocument/2006/relationships" id="256" r:id="R5b9d0f04b26c48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e7bf80e0fb496b" /><Relationship Type="http://schemas.openxmlformats.org/officeDocument/2006/relationships/slideMaster" Target="/ppt/slideMasters/slideMaster1.xml" Id="Rffde778264cf4cb8" /><Relationship Type="http://schemas.openxmlformats.org/officeDocument/2006/relationships/slideMaster" Target="/ppt/slideMasters/slideMaster2.xml" Id="R3fd12123f0044e20" /><Relationship Type="http://schemas.openxmlformats.org/officeDocument/2006/relationships/notesMaster" Target="/ppt/notesMasters/notesMaster1.xml" Id="R4ae522bfa38b4786" /><Relationship Type="http://schemas.openxmlformats.org/officeDocument/2006/relationships/presProps" Target="/ppt/presProps.xml" Id="Rdd32874eee0d4127" /><Relationship Type="http://schemas.openxmlformats.org/officeDocument/2006/relationships/viewProps" Target="/ppt/viewProps.xml" Id="R354b654db9ed44aa" /><Relationship Type="http://schemas.openxmlformats.org/officeDocument/2006/relationships/tableStyles" Target="/ppt/tableStyles.xml" Id="Rcbb615d215d64254" /><Relationship Type="http://schemas.openxmlformats.org/officeDocument/2006/relationships/slide" Target="/ppt/slides/slide1.xml" Id="R5b9d0f04b26c48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832087dbb14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Hexaware Master">
  <a:themeElements>
    <a:clrScheme name="Custom 4">
      <a:dk1>
        <a:srgbClr val="000000"/>
      </a:dk1>
      <a:lt1>
        <a:srgbClr val="FFFFFF"/>
      </a:lt1>
      <a:dk2>
        <a:srgbClr val="07125E"/>
      </a:dk2>
      <a:lt2>
        <a:srgbClr val="FFFFFF"/>
      </a:lt2>
      <a:accent1>
        <a:srgbClr val="3C2CDA"/>
      </a:accent1>
      <a:accent2>
        <a:srgbClr val="1D86FF"/>
      </a:accent2>
      <a:accent3>
        <a:srgbClr val="14CBDE"/>
      </a:accent3>
      <a:accent4>
        <a:srgbClr val="07125E"/>
      </a:accent4>
      <a:accent5>
        <a:srgbClr val="8088A7"/>
      </a:accent5>
      <a:accent6>
        <a:srgbClr val="EA9D00"/>
      </a:accent6>
      <a:hlink>
        <a:srgbClr val="3C2CDA"/>
      </a:hlink>
      <a:folHlink>
        <a:srgbClr val="14CBDE"/>
      </a:folHlink>
    </a:clrScheme>
    <a:fontScheme name="Hexaware">
      <a:majorFont>
        <a:latin typeface="Manrope Light"/>
        <a:ea typeface="Helvetica Neue Medium"/>
        <a:cs typeface="Helvetica Neue Medium"/>
      </a:majorFont>
      <a:minorFont>
        <a:latin typeface="Manrope"/>
        <a:ea typeface="Helvetica Neue"/>
        <a:cs typeface="Helvetica Neue"/>
      </a:minorFont>
    </a:fontScheme>
    <a:fmtScheme name="Custom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84a8826cb94054" /><Relationship Type="http://schemas.openxmlformats.org/officeDocument/2006/relationships/notesMaster" Target="/ppt/notesMasters/notesMaster1.xml" Id="R20cb7dce485840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 track: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slide separates two knowledge domains without suggesting one-to-one mappings between individual elements.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System Intent represents the design knowledge that RapidX derives from the full software estate. Inputs and extracted knowledge coexist in the RapidX domain and contribute to the code-derived knowledge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System Reality represents the execution evidence that Ontology / Zero Lag derives from runtime activity. Runtime signals and operational relationships coexist in the Ontology domain and contribute to the operational knowledge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 the domain level, both graphs connect through a semantic bridge based on shared identity, trace context and temporal links. The future unified enterprise graph supports change impact, root-cause analysis and end-to-end data lineage.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Positioning caveat: RapidX and Ontology can be demonstrated independently. The converged intelligence layer remains the target product state and requires integration and product hardening over the coming months.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7553bb9ca4787" /><Relationship Type="http://schemas.openxmlformats.org/officeDocument/2006/relationships/image" Target="/ppt/media/image.png" Id="Rd4557ec83bad463a" /><Relationship Type="http://schemas.openxmlformats.org/officeDocument/2006/relationships/image" Target="/ppt/media/image.svg" Id="R12db52e39c7846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196799a014378" /><Relationship Type="http://schemas.openxmlformats.org/officeDocument/2006/relationships/image" Target="/ppt/media/image.png" Id="R54543ba24a4c46fc" /><Relationship Type="http://schemas.openxmlformats.org/officeDocument/2006/relationships/image" Target="/ppt/media/image.svg" Id="R0f2c1ba2304047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07d3c688d49e8" /><Relationship Type="http://schemas.openxmlformats.org/officeDocument/2006/relationships/image" Target="/ppt/media/image.png" Id="R3da1828d95104524" /><Relationship Type="http://schemas.openxmlformats.org/officeDocument/2006/relationships/image" Target="/ppt/media/image.svg" Id="Rdef1d7b21bdf46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aae2a25ff445d" /><Relationship Type="http://schemas.openxmlformats.org/officeDocument/2006/relationships/image" Target="/ppt/media/image.png" Id="Rd1a8d1d88da64be6" /><Relationship Type="http://schemas.openxmlformats.org/officeDocument/2006/relationships/image" Target="/ppt/media/image.svg" Id="Reb701d8abf9e46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738962fa349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0bfde8fe9456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9ff944eeb34438" /><Relationship Type="http://schemas.openxmlformats.org/officeDocument/2006/relationships/image" Target="/ppt/media/image.png" Id="R0871465de35a48b6" /><Relationship Type="http://schemas.openxmlformats.org/officeDocument/2006/relationships/image" Target="/ppt/media/image.svg" Id="R30e136b3921b46a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4beeb31264c21" /><Relationship Type="http://schemas.openxmlformats.org/officeDocument/2006/relationships/image" Target="/ppt/media/image.png" Id="Rf7729c0cacf24336" /><Relationship Type="http://schemas.openxmlformats.org/officeDocument/2006/relationships/image" Target="/ppt/media/image.svg" Id="R913ab406e2b04db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9c021b72c42d5" /><Relationship Type="http://schemas.openxmlformats.org/officeDocument/2006/relationships/image" Target="/ppt/media/image.png" Id="Rdd75a57461e54a42" /><Relationship Type="http://schemas.openxmlformats.org/officeDocument/2006/relationships/image" Target="/ppt/media/image.svg" Id="R81d0884c32f64d1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66e12baf34773" /><Relationship Type="http://schemas.openxmlformats.org/officeDocument/2006/relationships/image" Target="/ppt/media/image.png" Id="R93746b45853c4458" /><Relationship Type="http://schemas.openxmlformats.org/officeDocument/2006/relationships/image" Target="/ppt/media/image.svg" Id="R1f098e2eb8954f3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f3afc869e4b30" /><Relationship Type="http://schemas.openxmlformats.org/officeDocument/2006/relationships/image" Target="/ppt/media/image.png" Id="R8ca0d336e85e4087" /><Relationship Type="http://schemas.openxmlformats.org/officeDocument/2006/relationships/image" Target="/ppt/media/image.svg" Id="R5b060a8ad9bc4f7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6e323918994fe0" /><Relationship Type="http://schemas.openxmlformats.org/officeDocument/2006/relationships/image" Target="/ppt/media/image.png" Id="Rabe657a04cd44526" /><Relationship Type="http://schemas.openxmlformats.org/officeDocument/2006/relationships/image" Target="/ppt/media/image.svg" Id="Rdc0ddd88bc5042a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9b3c58f584b4b" /><Relationship Type="http://schemas.openxmlformats.org/officeDocument/2006/relationships/image" Target="/ppt/media/image.png" Id="Rd69025d2ff4b4bf2" /><Relationship Type="http://schemas.openxmlformats.org/officeDocument/2006/relationships/image" Target="/ppt/media/image.svg" Id="Re115f76c44264d4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a1e42e81f4f31" /><Relationship Type="http://schemas.openxmlformats.org/officeDocument/2006/relationships/image" Target="/ppt/media/image.png" Id="Rad31dc72f9384b0a" /><Relationship Type="http://schemas.openxmlformats.org/officeDocument/2006/relationships/image" Target="/ppt/media/image.svg" Id="R0a378c18d8a74bc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476a4f7b404425" /><Relationship Type="http://schemas.openxmlformats.org/officeDocument/2006/relationships/image" Target="/ppt/media/image.png" Id="Rbde1df82ab954078" /><Relationship Type="http://schemas.openxmlformats.org/officeDocument/2006/relationships/image" Target="/ppt/media/image.svg" Id="R9a2b03d936ba499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46721cc7a341b3" /><Relationship Type="http://schemas.openxmlformats.org/officeDocument/2006/relationships/image" Target="/ppt/media/image.png" Id="R692b614a1b864cc9" /><Relationship Type="http://schemas.openxmlformats.org/officeDocument/2006/relationships/image" Target="/ppt/media/image.svg" Id="R7ab73f337e3540d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71013023024ea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0626fae61a42b1" /></Relationships>
</file>

<file path=ppt/slideLayouts/slideLayout1.xml><?xml version="1.0" encoding="utf-8"?>
<p:sldLayout xmlns:p="http://schemas.openxmlformats.org/presentationml/2006/main" preserve="1" userDrawn="1">
  <p:cSld name="Cover - Light Backgro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4945255-4D54-BD6F-F948-3B2AF5A407AD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Replace with brand-approved image </a:t>
            </a:r>
            <a:br/>
            <a:r>
              <a:t>of your choice from </a:t>
            </a:r>
            <a:r>
              <a:t>SalesCentral</a:t>
            </a:r>
            <a:endParaRPr/>
          </a:p>
        </p:txBody>
      </p:sp>
      <p:pic>
        <p:nvPicPr>
          <p:cNvPr id="9" name="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57ec83bad463a">
            <a:extLst>
              <a:ext uri="{96DAC541-7B7A-43D3-8B79-37D633B846F1}">
                <asvg:svgBlip xmlns:asvg="http://schemas.microsoft.com/office/drawing/2016/SVG/main" r:embed="R12db52e39c78462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731098"/>
            <a:ext cx="1554480" cy="208656"/>
          </a:xfrm>
          <a:prstGeom xmlns:a="http://schemas.openxmlformats.org/drawingml/2006/main" prst="rect">
            <a:avLst/>
          </a:prstGeom>
        </p:spPr>
      </p:pic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0E6E8BE-2736-1222-838E-6E63376063C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22960" y="3108960"/>
            <a:ext cx="5105400" cy="6232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lvl1pPr>
              <a:buNone/>
              <a:defRPr sz="4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title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userDrawn="1">
  <p:cSld name="Cover - Dark Backgro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4945255-4D54-BD6F-F948-3B2AF5A407AD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Replace with brand-approved image </a:t>
            </a:r>
            <a:br/>
            <a:r>
              <a:t>of your choice from </a:t>
            </a:r>
            <a:r>
              <a:t>SalesCentral</a:t>
            </a:r>
            <a:endParaRPr/>
          </a:p>
        </p:txBody>
      </p:sp>
      <p:pic>
        <p:nvPicPr>
          <p:cNvPr id="7" name="Graphic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43ba24a4c46fc">
            <a:extLst>
              <a:ext uri="{96DAC541-7B7A-43D3-8B79-37D633B846F1}">
                <asvg:svgBlip xmlns:asvg="http://schemas.microsoft.com/office/drawing/2016/SVG/main" r:embed="R0f2c1ba23040472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731098"/>
            <a:ext cx="1554480" cy="208656"/>
          </a:xfrm>
          <a:prstGeom xmlns:a="http://schemas.openxmlformats.org/drawingml/2006/main" prst="rect">
            <a:avLst/>
          </a:prstGeom>
        </p:spPr>
      </p:pic>
      <p:sp>
        <p:nvSpPr>
          <p:cNvPr id="3" name="Title 5">
            <a:extLst xmlns:a="http://schemas.openxmlformats.org/drawingml/2006/main">
              <a:ext uri="{FF2B5EF4-FFF2-40B4-BE49-F238E27FC236}">
                <a16:creationId xmlns:a16="http://schemas.microsoft.com/office/drawing/2014/main" id="{DD50AA0C-0C3E-74E8-926C-4A0ADFFEE62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22960" y="3108960"/>
            <a:ext cx="5105400" cy="6232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lvl1pPr>
              <a:buNone/>
              <a:defRPr sz="45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F71674-9144-08B7-A17A-3B084A2C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055" y="6453188"/>
            <a:ext cx="27057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algn="r">
              <a:buNone/>
            </a:pPr>
            <a:fld id="{39601925-951F-4EA8-91E5-A517312BFAAA}" type="slidenum">
              <a:rPr sz="9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‹#›</a:t>
            </a:fld>
            <a:endParaRPr sz="9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1A92E810-A64D-864A-E713-F5B7065D4E1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 flipH="1">
            <a:off x="623888" y="457200"/>
            <a:ext cx="8172450" cy="244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36000" rIns="0" bIns="0" anchor="t">
            <a:spAutoFit/>
          </a:bodyPr>
          <a:lstStyle xmlns:a="http://schemas.openxmlformats.org/drawingml/2006/main">
            <a:lvl1pPr marL="0" indent="0">
              <a:buNone/>
              <a:defRPr sz="1500" b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Deck Title/Main Idea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0F7FFEB-A63D-7128-BD14-C91E8A94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chemeClr val="accent5">
                    <a:lumMod val="75000"/>
                  </a:schemeClr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3" name="Graphic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1828d95104524">
            <a:extLst>
              <a:ext uri="{96DAC541-7B7A-43D3-8B79-37D633B846F1}">
                <asvg:svgBlip xmlns:asvg="http://schemas.microsoft.com/office/drawing/2016/SVG/main" r:embed="Rdef1d7b21bdf46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7328" y="345760"/>
            <a:ext cx="914400" cy="1227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Blank Layout with Sub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908050"/>
            <a:ext cx="5307012" cy="3046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lvl="0">
              <a:buNone/>
            </a:pPr>
            <a:r>
              <a:t>Click to edit Master title style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53188"/>
            <a:ext cx="27057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algn="r">
              <a:buNone/>
            </a:pPr>
            <a:fld id="{39601925-951F-4EA8-91E5-A517312BFAAA}" type="slidenum">
              <a:rPr sz="9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‹#›</a:t>
            </a:fld>
            <a:endParaRPr sz="9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 flipH="1">
            <a:off x="623888" y="457200"/>
            <a:ext cx="8172450" cy="244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36000" rIns="0" bIns="0" anchor="t">
            <a:spAutoFit/>
          </a:bodyPr>
          <a:lstStyle xmlns:a="http://schemas.openxmlformats.org/drawingml/2006/main">
            <a:lvl1pPr marL="0" indent="0">
              <a:buFont typeface="Arial"/>
              <a:buNone/>
              <a:defRPr sz="1500" b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L="285750" lvl="0" indent="-285750" algn="l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t>Deck Title/Main Idea</a:t>
            </a:r>
          </a:p>
        </p:txBody>
      </p:sp>
      <p:pic>
        <p:nvPicPr>
          <p:cNvPr id="13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8d1d88da64be6">
            <a:extLst>
              <a:ext uri="{96DAC541-7B7A-43D3-8B79-37D633B846F1}">
                <asvg:svgBlip xmlns:asvg="http://schemas.microsoft.com/office/drawing/2016/SVG/main" r:embed="Reb701d8abf9e46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7328" y="345760"/>
            <a:ext cx="914400" cy="12273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FCA7A7A-3891-B974-5E27-533BA0B0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chemeClr val="accent5">
                    <a:lumMod val="75000"/>
                  </a:schemeClr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Blank Layout with Imag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908050"/>
            <a:ext cx="5307012" cy="3046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lvl="0">
              <a:buNone/>
            </a:pPr>
            <a:r>
              <a:t>Click to edit Master title style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53188"/>
            <a:ext cx="27057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algn="r">
              <a:buNone/>
            </a:pPr>
            <a:fld id="{39601925-951F-4EA8-91E5-A517312BFAAA}" type="slidenum">
              <a:rPr sz="9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‹#›</a:t>
            </a:fld>
            <a:endParaRPr sz="9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 flipH="1">
            <a:off x="623888" y="457200"/>
            <a:ext cx="5307012" cy="244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36000" rIns="0" bIns="0" anchor="t">
            <a:spAutoFit/>
          </a:bodyPr>
          <a:lstStyle xmlns:a="http://schemas.openxmlformats.org/drawingml/2006/main">
            <a:lvl1pPr marL="0" indent="0">
              <a:buFont typeface="Arial"/>
              <a:buNone/>
              <a:defRPr sz="1500" b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L="285750" lvl="0" indent="-285750" algn="l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t>Deck Title/Main Idea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FCA7A7A-3891-B974-5E27-533BA0B0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chemeClr val="accent5">
                    <a:lumMod val="75000"/>
                  </a:schemeClr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6275388" y="0"/>
            <a:ext cx="5916612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buNone/>
              <a:defRPr>
                <a:solidFill>
                  <a:schemeClr val="bg2"/>
                </a:solidFill>
              </a:defRPr>
            </a:lvl1pPr>
          </a:lstStyle>
          <a:p xmlns:a="http://schemas.openxmlformats.org/drawingml/2006/main">
            <a:pPr marL="228600" lvl="0" indent="-228600" algn="ctr">
              <a:buNone/>
            </a:pPr>
            <a:r>
              <a:t>Replace image </a:t>
            </a:r>
            <a:br/>
            <a:r>
              <a:t>of your choice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Blank Layout with Image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0" y="0"/>
            <a:ext cx="5916612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buNone/>
              <a:defRPr>
                <a:solidFill>
                  <a:schemeClr val="bg2"/>
                </a:solidFill>
              </a:defRPr>
            </a:lvl1pPr>
          </a:lstStyle>
          <a:p xmlns:a="http://schemas.openxmlformats.org/drawingml/2006/main">
            <a:pPr marL="228600" lvl="0" indent="-228600" algn="ctr">
              <a:buNone/>
            </a:pPr>
            <a:r>
              <a:t>Replace image </a:t>
            </a:r>
            <a:br/>
            <a:r>
              <a:t>of your choice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75300" y="908050"/>
            <a:ext cx="5307012" cy="3046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lvl="0">
              <a:buNone/>
            </a:pPr>
            <a:r>
              <a:t>Click to edit Master title style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53188"/>
            <a:ext cx="27057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algn="r">
              <a:buNone/>
            </a:pPr>
            <a:fld id="{39601925-951F-4EA8-91E5-A517312BFAAA}" type="slidenum">
              <a:rPr sz="9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‹#›</a:t>
            </a:fld>
            <a:endParaRPr sz="9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 flipH="1">
            <a:off x="6275300" y="457200"/>
            <a:ext cx="5307012" cy="244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36000" rIns="0" bIns="0" anchor="t">
            <a:spAutoFit/>
          </a:bodyPr>
          <a:lstStyle xmlns:a="http://schemas.openxmlformats.org/drawingml/2006/main">
            <a:lvl1pPr marL="0" indent="0">
              <a:buFont typeface="Arial"/>
              <a:buNone/>
              <a:defRPr sz="1500" b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L="285750" lvl="0" indent="-285750" algn="l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t>Deck Title/Main Idea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FCA7A7A-3891-B974-5E27-533BA0B0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chemeClr val="accent5">
                    <a:lumMod val="75000"/>
                  </a:schemeClr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D067813-582A-4E3A-EF66-EF9F8971DFC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23888" y="5362574"/>
            <a:ext cx="1234991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>
              <a:buNone/>
              <a:defRPr sz="1000" spc="10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t>Click to edit text</a:t>
            </a:r>
          </a:p>
        </p:txBody>
      </p:sp>
      <p:sp>
        <p:nvSpPr>
          <p:cNvPr id="5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AE124A95-9614-9995-E872-AA3631F0E166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23888" y="4924425"/>
            <a:ext cx="1234991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30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rPr sz="3000">
                <a:latin typeface="+mj-lt"/>
                <a:ea typeface="+mj-lt"/>
                <a:cs typeface="+mj-lt"/>
              </a:rPr>
              <a:t>00%</a:t>
            </a:r>
          </a:p>
        </p:txBody>
      </p:sp>
      <p:sp>
        <p:nvSpPr>
          <p:cNvPr id="10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DC7151D7-4F9C-C74E-F631-96155478821F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23888" y="2259101"/>
            <a:ext cx="5400675" cy="2228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137160" indent="-137160">
              <a:lnSpc>
                <a:spcPct val="110000"/>
              </a:lnSpc>
              <a:buClr>
                <a:schemeClr val="tx1"/>
              </a:buClr>
              <a:buFont typeface="Arial"/>
              <a:buChar char="•"/>
              <a:defRPr sz="1200" spc="10" baseline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t>Click to edit text</a:t>
            </a:r>
          </a:p>
        </p:txBody>
      </p:sp>
      <p:sp>
        <p:nvSpPr>
          <p:cNvPr id="14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44699355-78E0-0732-ED34-4CC5E8D01C83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6438900" y="914401"/>
            <a:ext cx="5753100" cy="48560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buNone/>
              <a:defRPr/>
            </a:lvl1pPr>
          </a:lstStyle>
          <a:p xmlns:a="http://schemas.openxmlformats.org/drawingml/2006/main">
            <a:pPr marL="228600" lvl="0" indent="-228600" algn="ctr">
              <a:buNone/>
            </a:pPr>
            <a:r>
              <a:t>Replace image </a:t>
            </a:r>
            <a:br/>
            <a:r>
              <a:t>of your choice</a:t>
            </a:r>
          </a:p>
        </p:txBody>
      </p:sp>
      <p:sp>
        <p:nvSpPr>
          <p:cNvPr id="1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596B1D-988E-E99F-176F-80E4358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53188"/>
            <a:ext cx="27057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algn="r">
              <a:buNone/>
            </a:pPr>
            <a:fld id="{39601925-951F-4EA8-91E5-A517312BFAAA}" type="slidenum">
              <a:rPr sz="9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‹#›</a:t>
            </a:fld>
            <a:endParaRPr sz="9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50C99C6E-EBA2-8BAD-9F81-2D0DB0A48CF6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1979445" y="5362574"/>
            <a:ext cx="1234991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>
              <a:buNone/>
              <a:defRPr sz="1000" spc="10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t>Click to edit text</a:t>
            </a:r>
          </a:p>
        </p:txBody>
      </p:sp>
      <p:sp>
        <p:nvSpPr>
          <p:cNvPr id="3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B8C8614-A292-2DEB-B2B8-6FE164A0B9A2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1979445" y="4924425"/>
            <a:ext cx="1234991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30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rPr sz="3000">
                <a:latin typeface="+mj-lt"/>
                <a:ea typeface="+mj-lt"/>
                <a:cs typeface="+mj-lt"/>
              </a:rPr>
              <a:t>00%</a:t>
            </a:r>
          </a:p>
        </p:txBody>
      </p:sp>
      <p:sp>
        <p:nvSpPr>
          <p:cNvPr id="6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3BF58F6-5870-8D4C-28A5-5AB0669CF4F4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3335002" y="5362574"/>
            <a:ext cx="1234991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>
              <a:buNone/>
              <a:defRPr sz="1000" spc="10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t>Click to edit text</a:t>
            </a:r>
          </a:p>
        </p:txBody>
      </p:sp>
      <p:sp>
        <p:nvSpPr>
          <p:cNvPr id="8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3BC94BD8-ABAB-BE04-A141-5BF408AB2339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3335002" y="4924425"/>
            <a:ext cx="1234991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30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rPr sz="3000">
                <a:latin typeface="+mj-lt"/>
                <a:ea typeface="+mj-lt"/>
                <a:cs typeface="+mj-lt"/>
              </a:rPr>
              <a:t>00%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BA14879-AD6D-EF65-00C1-295476E83177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4690559" y="5362574"/>
            <a:ext cx="1234991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>
              <a:buNone/>
              <a:defRPr sz="1000" spc="10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2023F31-09AA-E6AB-E198-AAEB6FE7887E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4690559" y="4924425"/>
            <a:ext cx="1234991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30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rPr sz="3000">
                <a:latin typeface="+mj-lt"/>
                <a:ea typeface="+mj-lt"/>
                <a:cs typeface="+mj-lt"/>
              </a:rPr>
              <a:t>00%</a:t>
            </a:r>
          </a:p>
        </p:txBody>
      </p:sp>
      <p:sp>
        <p:nvSpPr>
          <p:cNvPr id="1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C356DA4B-68E0-8CE3-407A-E24FC24779DF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 flipH="1">
            <a:off x="623888" y="786278"/>
            <a:ext cx="5300664" cy="1748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36000" rIns="0" bIns="0" anchor="t">
            <a:spAutoFit/>
          </a:bodyPr>
          <a:lstStyle xmlns:a="http://schemas.openxmlformats.org/drawingml/2006/main">
            <a:lvl1pPr marL="0" indent="0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Case study: Client description</a:t>
            </a:r>
          </a:p>
        </p:txBody>
      </p:sp>
      <p:sp>
        <p:nvSpPr>
          <p:cNvPr id="13" name="Title 2">
            <a:extLst xmlns:a="http://schemas.openxmlformats.org/drawingml/2006/main">
              <a:ext uri="{FF2B5EF4-FFF2-40B4-BE49-F238E27FC236}">
                <a16:creationId xmlns:a16="http://schemas.microsoft.com/office/drawing/2014/main" id="{86F02B4B-DEA1-2B1E-63A6-AE70D545D01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23888" y="1391951"/>
            <a:ext cx="529272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lvl="0">
              <a:buNone/>
            </a:pPr>
            <a:r>
              <a:t>Compelling hook</a:t>
            </a:r>
          </a:p>
        </p:txBody>
      </p:sp>
      <p:sp>
        <p:nvSpPr>
          <p:cNvPr id="20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086C7F59-CC8C-1CFD-C8BF-9B5247BFC605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 flipH="1">
            <a:off x="623888" y="457200"/>
            <a:ext cx="5300664" cy="2164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36000" rIns="0" bIns="0" anchor="t">
            <a:noAutofit/>
          </a:bodyPr>
          <a:lstStyle xmlns:a="http://schemas.openxmlformats.org/drawingml/2006/main">
            <a:lvl1pPr marL="0" indent="0">
              <a:buNone/>
              <a:defRPr sz="1500" b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Business Unit</a:t>
            </a:r>
          </a:p>
        </p:txBody>
      </p:sp>
      <p:pic>
        <p:nvPicPr>
          <p:cNvPr id="36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1465de35a48b6">
            <a:extLst>
              <a:ext uri="{96DAC541-7B7A-43D3-8B79-37D633B846F1}">
                <asvg:svgBlip xmlns:asvg="http://schemas.microsoft.com/office/drawing/2016/SVG/main" r:embed="R30e136b3921b46a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7328" y="345760"/>
            <a:ext cx="914400" cy="122739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8EA30B7-D9E2-5CAD-6AD0-C13B3325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chemeClr val="accent5">
                    <a:lumMod val="75000"/>
                  </a:schemeClr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Case Study with Client Log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D067813-582A-4E3A-EF66-EF9F8971DFC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23888" y="5362574"/>
            <a:ext cx="1234991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>
              <a:buNone/>
              <a:defRPr sz="1000" spc="10" baseline="0"/>
            </a:lvl1pPr>
          </a:lstStyle>
          <a:p xmlns:a="http://schemas.openxmlformats.org/drawingml/2006/main">
            <a:pPr marL="228600" lvl="0" indent="-228600">
              <a:buNone/>
            </a:pPr>
            <a:r>
              <a:t>Click to edit text</a:t>
            </a:r>
          </a:p>
        </p:txBody>
      </p:sp>
      <p:sp>
        <p:nvSpPr>
          <p:cNvPr id="5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AE124A95-9614-9995-E872-AA3631F0E166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23888" y="4924425"/>
            <a:ext cx="1234991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30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rPr sz="3000">
                <a:latin typeface="+mj-lt"/>
                <a:ea typeface="+mj-lt"/>
                <a:cs typeface="+mj-lt"/>
              </a:rPr>
              <a:t>00%</a:t>
            </a:r>
          </a:p>
        </p:txBody>
      </p:sp>
      <p:sp>
        <p:nvSpPr>
          <p:cNvPr id="10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DC7151D7-4F9C-C74E-F631-96155478821F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23888" y="2259101"/>
            <a:ext cx="5400675" cy="2228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137160" indent="-137160">
              <a:lnSpc>
                <a:spcPct val="100000"/>
              </a:lnSpc>
              <a:buClr>
                <a:schemeClr val="tx1"/>
              </a:buClr>
              <a:buFont typeface="Arial"/>
              <a:buChar char="•"/>
              <a:defRPr sz="1200" spc="10" baseline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t>Click to edit text</a:t>
            </a:r>
          </a:p>
        </p:txBody>
      </p:sp>
      <p:sp>
        <p:nvSpPr>
          <p:cNvPr id="14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44699355-78E0-0732-ED34-4CC5E8D01C83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6438900" y="914401"/>
            <a:ext cx="5753100" cy="48560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buNone/>
              <a:defRPr/>
            </a:lvl1pPr>
          </a:lstStyle>
          <a:p xmlns:a="http://schemas.openxmlformats.org/drawingml/2006/main">
            <a:pPr marL="228600" lvl="0" indent="-228600" algn="ctr">
              <a:buNone/>
            </a:pPr>
            <a:r>
              <a:t>Replace image </a:t>
            </a:r>
            <a:br/>
            <a:r>
              <a:t>of your choice</a:t>
            </a:r>
          </a:p>
        </p:txBody>
      </p:sp>
      <p:sp>
        <p:nvSpPr>
          <p:cNvPr id="1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596B1D-988E-E99F-176F-80E4358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53188"/>
            <a:ext cx="27057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algn="r">
              <a:buNone/>
            </a:pPr>
            <a:fld id="{39601925-951F-4EA8-91E5-A517312BFAAA}" type="slidenum">
              <a:rPr sz="9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‹#›</a:t>
            </a:fld>
            <a:endParaRPr sz="9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50C99C6E-EBA2-8BAD-9F81-2D0DB0A48CF6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1979445" y="5362574"/>
            <a:ext cx="1234991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>
              <a:buNone/>
              <a:defRPr sz="1000" spc="10" baseline="0"/>
            </a:lvl1pPr>
          </a:lstStyle>
          <a:p xmlns:a="http://schemas.openxmlformats.org/drawingml/2006/main">
            <a:pPr marL="228600" lvl="0" indent="-228600">
              <a:buNone/>
            </a:pPr>
            <a:r>
              <a:t>Click to edit text</a:t>
            </a:r>
          </a:p>
        </p:txBody>
      </p:sp>
      <p:sp>
        <p:nvSpPr>
          <p:cNvPr id="3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B8C8614-A292-2DEB-B2B8-6FE164A0B9A2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1979445" y="4924425"/>
            <a:ext cx="1234991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30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rPr sz="3000">
                <a:latin typeface="+mj-lt"/>
                <a:ea typeface="+mj-lt"/>
                <a:cs typeface="+mj-lt"/>
              </a:rPr>
              <a:t>00%</a:t>
            </a:r>
          </a:p>
        </p:txBody>
      </p:sp>
      <p:sp>
        <p:nvSpPr>
          <p:cNvPr id="6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3BF58F6-5870-8D4C-28A5-5AB0669CF4F4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3335002" y="5362574"/>
            <a:ext cx="1234991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>
              <a:buNone/>
              <a:defRPr sz="1000" spc="10" baseline="0"/>
            </a:lvl1pPr>
          </a:lstStyle>
          <a:p xmlns:a="http://schemas.openxmlformats.org/drawingml/2006/main">
            <a:pPr marL="228600" lvl="0" indent="-228600">
              <a:buNone/>
            </a:pPr>
            <a:r>
              <a:t>Click to edit text</a:t>
            </a:r>
          </a:p>
        </p:txBody>
      </p:sp>
      <p:sp>
        <p:nvSpPr>
          <p:cNvPr id="8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3BC94BD8-ABAB-BE04-A141-5BF408AB2339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3335002" y="4924425"/>
            <a:ext cx="1234991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30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rPr sz="3000">
                <a:latin typeface="+mj-lt"/>
                <a:ea typeface="+mj-lt"/>
                <a:cs typeface="+mj-lt"/>
              </a:rPr>
              <a:t>00%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BA14879-AD6D-EF65-00C1-295476E83177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4690559" y="5362574"/>
            <a:ext cx="1234991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>
              <a:buNone/>
              <a:defRPr sz="1000" spc="10" baseline="0"/>
            </a:lvl1pPr>
          </a:lstStyle>
          <a:p xmlns:a="http://schemas.openxmlformats.org/drawingml/2006/main">
            <a:pPr marL="228600" lvl="0" indent="-22860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2023F31-09AA-E6AB-E198-AAEB6FE7887E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4690559" y="4924425"/>
            <a:ext cx="1234991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indent="0">
              <a:buNone/>
              <a:defRPr sz="30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>
              <a:buNone/>
            </a:pPr>
            <a:r>
              <a:rPr sz="3000">
                <a:latin typeface="+mj-lt"/>
                <a:ea typeface="+mj-lt"/>
                <a:cs typeface="+mj-lt"/>
              </a:rPr>
              <a:t>00%</a:t>
            </a:r>
          </a:p>
        </p:txBody>
      </p:sp>
      <p:sp>
        <p:nvSpPr>
          <p:cNvPr id="1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C356DA4B-68E0-8CE3-407A-E24FC24779DF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 flipH="1">
            <a:off x="623888" y="786278"/>
            <a:ext cx="5300664" cy="1748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36000" rIns="0" bIns="0" anchor="t">
            <a:spAutoFit/>
          </a:bodyPr>
          <a:lstStyle xmlns:a="http://schemas.openxmlformats.org/drawingml/2006/main">
            <a:lvl1pPr marL="0" indent="0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Case study: Client description</a:t>
            </a:r>
          </a:p>
        </p:txBody>
      </p:sp>
      <p:sp>
        <p:nvSpPr>
          <p:cNvPr id="13" name="Title 2">
            <a:extLst xmlns:a="http://schemas.openxmlformats.org/drawingml/2006/main">
              <a:ext uri="{FF2B5EF4-FFF2-40B4-BE49-F238E27FC236}">
                <a16:creationId xmlns:a16="http://schemas.microsoft.com/office/drawing/2014/main" id="{86F02B4B-DEA1-2B1E-63A6-AE70D545D01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23888" y="1391951"/>
            <a:ext cx="5292725" cy="3046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2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marL="0" lvl="0">
              <a:buNone/>
            </a:pPr>
            <a:r>
              <a:t>Compelling hook</a:t>
            </a:r>
          </a:p>
        </p:txBody>
      </p:sp>
      <p:sp>
        <p:nvSpPr>
          <p:cNvPr id="20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086C7F59-CC8C-1CFD-C8BF-9B5247BFC605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 flipH="1">
            <a:off x="623888" y="457200"/>
            <a:ext cx="5300664" cy="2164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36000" rIns="0" bIns="0" anchor="t">
            <a:noAutofit/>
          </a:bodyPr>
          <a:lstStyle xmlns:a="http://schemas.openxmlformats.org/drawingml/2006/main">
            <a:lvl1pPr marL="0" indent="0">
              <a:buNone/>
              <a:defRPr sz="1500" b="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Business Unit</a:t>
            </a:r>
          </a:p>
        </p:txBody>
      </p:sp>
      <p:pic>
        <p:nvPicPr>
          <p:cNvPr id="36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29c0cacf24336">
            <a:extLst>
              <a:ext uri="{96DAC541-7B7A-43D3-8B79-37D633B846F1}">
                <asvg:svgBlip xmlns:asvg="http://schemas.microsoft.com/office/drawing/2016/SVG/main" r:embed="R913ab406e2b04db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7328" y="345760"/>
            <a:ext cx="914400" cy="122739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8EA30B7-D9E2-5CAD-6AD0-C13B3325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chemeClr val="accent5">
                    <a:lumMod val="75000"/>
                  </a:schemeClr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AB14D727-AE35-74B6-7123-2B8ADA30FEC1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9547412" y="194455"/>
            <a:ext cx="1291871" cy="4098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buNone/>
              <a:defRPr sz="900"/>
            </a:lvl1pPr>
          </a:lstStyle>
          <a:p xmlns:a="http://schemas.openxmlformats.org/drawingml/2006/main">
            <a:pPr marL="228600" lvl="0" indent="-228600" algn="ctr">
              <a:buNone/>
            </a:pPr>
            <a:r>
              <a:t>Client logo here.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023B6BF-6BEC-44B3-16FD-D8AD3240A4D5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Replace with brand-approved image </a:t>
            </a:r>
            <a:br/>
            <a:r>
              <a:t>of your choice from </a:t>
            </a:r>
            <a:r>
              <a:t>SalesCentral</a:t>
            </a: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8F0E86-E33C-1C9A-B1D6-25E39CA4FF7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23888" y="3857625"/>
            <a:ext cx="8180649" cy="6232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lvl1pPr>
              <a:buNone/>
              <a:defRPr sz="45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Section Header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89B85627-C772-5EFB-A063-1191C3E2A3B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3888" y="3274796"/>
            <a:ext cx="732853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marL="0" indent="0">
              <a:buNone/>
              <a:defRPr sz="1800" kern="12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Deck Title/Main Idea</a:t>
            </a:r>
          </a:p>
        </p:txBody>
      </p:sp>
      <p:pic>
        <p:nvPicPr>
          <p:cNvPr id="24" name="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5a57461e54a42">
            <a:extLst>
              <a:ext uri="{96DAC541-7B7A-43D3-8B79-37D633B846F1}">
                <asvg:svgBlip xmlns:asvg="http://schemas.microsoft.com/office/drawing/2016/SVG/main" r:embed="R81d0884c32f64d1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7328" y="345760"/>
            <a:ext cx="914400" cy="1227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showMasterSp="0">
  <p:cSld name="Confidentiality Agreement">
    <p:bg>
      <p:bgPr>
        <a:solidFill xmlns:a="http://schemas.openxmlformats.org/drawingml/2006/main">
          <a:srgbClr val="3C2C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Box 1">
            <a:extLst xmlns:a="http://schemas.openxmlformats.org/drawingml/2006/main">
              <a:ext uri="{FF2B5EF4-FFF2-40B4-BE49-F238E27FC236}">
                <a16:creationId xmlns:a16="http://schemas.microsoft.com/office/drawing/2014/main" id="{AF04C826-8384-73E6-174D-68500116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9139"/>
            <a:ext cx="6427675" cy="1231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t">
            <a:spAutoFit/>
          </a:bodyPr>
          <a:lstStyle xmlns:a="http://schemas.openxmlformats.org/drawingml/2006/main">
            <a:lvl1pPr marL="0" marR="0" indent="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1pPr>
            <a:lvl2pPr marL="0" marR="0" indent="2286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2pPr>
            <a:lvl3pPr marL="0" marR="0" indent="4572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3pPr>
            <a:lvl4pPr marL="0" marR="0" indent="6858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4pPr>
            <a:lvl5pPr marL="0" marR="0" indent="9144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5pPr>
            <a:lvl6pPr marL="0" marR="0" indent="11430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6pPr>
            <a:lvl7pPr marL="0" marR="0" indent="13716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7pPr>
            <a:lvl8pPr marL="0" marR="0" indent="16002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8pPr>
            <a:lvl9pPr marL="0" marR="0" indent="18288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rPr sz="2000">
                <a:solidFill>
                  <a:srgbClr val="FFFFFF"/>
                </a:solidFill>
                <a:latin typeface="+mj-lt"/>
                <a:ea typeface="+mj-lt"/>
                <a:cs typeface="+mj-lt"/>
              </a:rPr>
              <a:t>During this presentation, we may disclose confidential information, including client names. This information must not be disclosed to third parties without prior permission from Hexaware.</a:t>
            </a:r>
          </a:p>
        </p:txBody>
      </p:sp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8AA8B2-22BA-1E73-5320-74E8B7A8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53188"/>
            <a:ext cx="27057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algn="r">
              <a:buNone/>
            </a:pPr>
            <a:fld id="{39601925-951F-4EA8-91E5-A517312BFAAA}" type="slidenum">
              <a:rPr sz="9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  <a:endParaRPr sz="9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8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46b45853c4458">
            <a:lum bright="100000"/>
            <a:extLst>
              <a:ext uri="{96DAC541-7B7A-43D3-8B79-37D633B846F1}">
                <asvg:svgBlip xmlns:asvg="http://schemas.microsoft.com/office/drawing/2016/SVG/main" r:embed="R1f098e2eb8954f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7328" y="345760"/>
            <a:ext cx="914400" cy="12273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3CC48F9-23C4-9DF6-3BFC-68640011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rgbClr val="CBD0E5"/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rgbClr val="CBD0E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0FC3176-AD29-0824-9069-1881FE5A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4200"/>
            <a:ext cx="2491628" cy="52124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Case study: audit transformation for a multinational professional services company">
            <a:extLst xmlns:a="http://schemas.openxmlformats.org/drawingml/2006/main">
              <a:ext uri="{FF2B5EF4-FFF2-40B4-BE49-F238E27FC236}">
                <a16:creationId xmlns:a16="http://schemas.microsoft.com/office/drawing/2014/main" id="{92080241-039F-3498-0AD4-3CC3274D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085" y="1839902"/>
            <a:ext cx="1846465" cy="16927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marR="0" indent="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1pPr>
            <a:lvl2pPr marL="0" marR="0" indent="2286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2pPr>
            <a:lvl3pPr marL="0" marR="0" indent="4572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3pPr>
            <a:lvl4pPr marL="0" marR="0" indent="6858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4pPr>
            <a:lvl5pPr marL="0" marR="0" indent="9144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5pPr>
            <a:lvl6pPr marL="0" marR="0" indent="11430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6pPr>
            <a:lvl7pPr marL="0" marR="0" indent="13716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7pPr>
            <a:lvl8pPr marL="0" marR="0" indent="16002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8pPr>
            <a:lvl9pPr marL="0" marR="0" indent="18288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100">
                <a:solidFill>
                  <a:schemeClr val="accent1"/>
                </a:solidFill>
                <a:latin typeface="Manrope"/>
                <a:ea typeface="Manrope"/>
                <a:cs typeface="Manrope"/>
              </a:rPr>
              <a:t>Confidentiality agreement</a:t>
            </a:r>
            <a:endParaRPr sz="1100">
              <a:solidFill>
                <a:schemeClr val="accent1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10" name="Triangle 3">
            <a:extLst xmlns:a="http://schemas.openxmlformats.org/drawingml/2006/main">
              <a:ext uri="{FF2B5EF4-FFF2-40B4-BE49-F238E27FC236}">
                <a16:creationId xmlns:a16="http://schemas.microsoft.com/office/drawing/2014/main" id="{19AA3BB4-CC9D-A904-5490-8AD1C90B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56" y="1785000"/>
            <a:ext cx="287806" cy="248109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0" tIns="0" rIns="0" bIns="0" anchor="ctr">
            <a:spAutoFit/>
          </a:bodyPr>
          <a:lstStyle xmlns:a="http://schemas.openxmlformats.org/drawingml/2006/main">
            <a:lvl1pPr marL="0" marR="0" indent="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1pPr>
            <a:lvl2pPr marL="0" marR="0" indent="2286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2pPr>
            <a:lvl3pPr marL="0" marR="0" indent="4572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3pPr>
            <a:lvl4pPr marL="0" marR="0" indent="6858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4pPr>
            <a:lvl5pPr marL="0" marR="0" indent="9144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5pPr>
            <a:lvl6pPr marL="0" marR="0" indent="11430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6pPr>
            <a:lvl7pPr marL="0" marR="0" indent="13716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7pPr>
            <a:lvl8pPr marL="0" marR="0" indent="16002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8pPr>
            <a:lvl9pPr marL="0" marR="0" indent="18288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cap="none" spc="0" baseline="0">
              <a:ln>
                <a:noFill/>
              </a:ln>
              <a:solidFill>
                <a:srgbClr val="FFFFFF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1" name="Case study: audit transformation for a multinational professional services company">
            <a:extLst xmlns:a="http://schemas.openxmlformats.org/drawingml/2006/main">
              <a:ext uri="{FF2B5EF4-FFF2-40B4-BE49-F238E27FC236}">
                <a16:creationId xmlns:a16="http://schemas.microsoft.com/office/drawing/2014/main" id="{4D27650D-B679-158A-89FF-5BC160DB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51" y="1852385"/>
            <a:ext cx="252417" cy="16927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L="0" marR="0" indent="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1pPr>
            <a:lvl2pPr marL="0" marR="0" indent="2286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2pPr>
            <a:lvl3pPr marL="0" marR="0" indent="4572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3pPr>
            <a:lvl4pPr marL="0" marR="0" indent="6858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4pPr>
            <a:lvl5pPr marL="0" marR="0" indent="9144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5pPr>
            <a:lvl6pPr marL="0" marR="0" indent="11430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6pPr>
            <a:lvl7pPr marL="0" marR="0" indent="13716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7pPr>
            <a:lvl8pPr marL="0" marR="0" indent="16002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8pPr>
            <a:lvl9pPr marL="0" marR="0" indent="1828800" algn="l" defTabSz="82550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cap="none" spc="0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/>
                </a:solidFill>
                <a:latin typeface="Manrope"/>
                <a:ea typeface="Manrope"/>
                <a:cs typeface="Manrope"/>
              </a:rPr>
              <a:t>!</a:t>
            </a:r>
            <a:endParaRPr sz="1100">
              <a:solidFill>
                <a:schemeClr val="bg1"/>
              </a:solidFill>
              <a:latin typeface="Manrope"/>
              <a:ea typeface="Manrope"/>
              <a:cs typeface="Manrope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Quot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4945255-4D54-BD6F-F948-3B2AF5A407AD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r>
              <a:t>Replace with brand-approved image </a:t>
            </a:r>
            <a:br/>
            <a:r>
              <a:t>of your choice from </a:t>
            </a:r>
            <a:r>
              <a:t>SalesCentral</a:t>
            </a:r>
            <a:endParaRPr/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0E6E8BE-2736-1222-838E-6E63376063C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22959" y="3039710"/>
            <a:ext cx="9264015" cy="7617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lvl1pPr>
              <a:buNone/>
              <a:defRPr sz="5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Quotes/Statements</a:t>
            </a:r>
          </a:p>
        </p:txBody>
      </p:sp>
      <p:pic>
        <p:nvPicPr>
          <p:cNvPr id="10" name="Graphic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0d336e85e4087">
            <a:extLst>
              <a:ext uri="{96DAC541-7B7A-43D3-8B79-37D633B846F1}">
                <asvg:svgBlip xmlns:asvg="http://schemas.microsoft.com/office/drawing/2016/SVG/main" r:embed="R5b060a8ad9bc4f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7328" y="345760"/>
            <a:ext cx="914400" cy="122739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2F22B60-3A0B-2802-A96C-D3BBE975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chemeClr val="accent5">
                    <a:lumMod val="75000"/>
                  </a:schemeClr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Highlight Blue Background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111B5BBF-3656-D3C3-5A83-CACD136FC2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908050"/>
            <a:ext cx="5335587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500">
                <a:solidFill>
                  <a:schemeClr val="bg2"/>
                </a:solidFill>
              </a:defRPr>
            </a:lvl1pPr>
          </a:lstStyle>
          <a:p xmlns:a="http://schemas.openxmlformats.org/drawingml/2006/main">
            <a:pPr marL="0" lvl="0">
              <a:buNone/>
            </a:pPr>
            <a:r>
              <a:t>Click to edit Master title style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FF0805-C9C2-2263-891F-E0EAD470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53188"/>
            <a:ext cx="27057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algn="r">
              <a:buNone/>
            </a:pPr>
            <a:fld id="{39601925-951F-4EA8-91E5-A517312BFAAA}" type="slidenum">
              <a:rPr sz="900">
                <a:solidFill>
                  <a:schemeClr val="bg2"/>
                </a:solidFill>
                <a:latin typeface="+mn-lt"/>
                <a:ea typeface="+mn-lt"/>
                <a:cs typeface="+mn-lt"/>
              </a:rPr>
              <a:t>‹#›</a:t>
            </a:fld>
            <a:endParaRPr sz="900">
              <a:solidFill>
                <a:schemeClr val="bg2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1" name="Graphic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657a04cd44526">
            <a:lum bright="100000"/>
            <a:extLst>
              <a:ext uri="{96DAC541-7B7A-43D3-8B79-37D633B846F1}">
                <asvg:svgBlip xmlns:asvg="http://schemas.microsoft.com/office/drawing/2016/SVG/main" r:embed="Rdc0ddd88bc5042a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7328" y="345760"/>
            <a:ext cx="914400" cy="12273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70B9604-38F2-3FB9-7EAE-F929A08B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rgbClr val="CBD0E5"/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rgbClr val="CBD0E5"/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Highlight White Background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111B5BBF-3656-D3C3-5A83-CACD136FC2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908050"/>
            <a:ext cx="5335587" cy="3462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5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lvl="0">
              <a:buNone/>
            </a:pPr>
            <a:r>
              <a:t>Click to edit Master title style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FF0805-C9C2-2263-891F-E0EAD470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53188"/>
            <a:ext cx="27057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algn="r">
              <a:buNone/>
            </a:pPr>
            <a:fld id="{39601925-951F-4EA8-91E5-A517312BFAAA}" type="slidenum">
              <a:rPr sz="9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‹#›</a:t>
            </a:fld>
            <a:endParaRPr sz="9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DF1B1B2-864D-DAA1-E37B-5AF3B309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chemeClr val="accent5">
                    <a:lumMod val="75000"/>
                  </a:schemeClr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chemeClr val="accent5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0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025d2ff4b4bf2">
            <a:extLst>
              <a:ext uri="{96DAC541-7B7A-43D3-8B79-37D633B846F1}">
                <asvg:svgBlip xmlns:asvg="http://schemas.microsoft.com/office/drawing/2016/SVG/main" r:embed="Re115f76c44264d4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7328" y="345760"/>
            <a:ext cx="914400" cy="1227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 preserve="1" userDrawn="1">
  <p:cSld name="Thank You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8F0E86-E33C-1C9A-B1D6-25E39CA4FF7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22960" y="2091739"/>
            <a:ext cx="4884999" cy="6232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lvl1pPr>
              <a:buNone/>
              <a:defRPr sz="45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Thank You</a:t>
            </a:r>
          </a:p>
        </p:txBody>
      </p:sp>
      <p:pic>
        <p:nvPicPr>
          <p:cNvPr id="5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1dc72f9384b0a">
            <a:lum bright="100000"/>
            <a:extLst>
              <a:ext uri="{96DAC541-7B7A-43D3-8B79-37D633B846F1}">
                <asvg:svgBlip xmlns:asvg="http://schemas.microsoft.com/office/drawing/2016/SVG/main" r:embed="R0a378c18d8a74b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5470881"/>
            <a:ext cx="1414402" cy="18985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5.xml><?xml version="1.0" encoding="utf-8"?>
<p:sldLayout xmlns:p="http://schemas.openxmlformats.org/presentationml/2006/main" preserve="1" userDrawn="1">
  <p:cSld name="1_Blank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F71674-9144-08B7-A17A-3B084A2C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055" y="6453188"/>
            <a:ext cx="27057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algn="r">
              <a:buNone/>
            </a:pPr>
            <a:fld id="{39601925-951F-4EA8-91E5-A517312BFAAA}" type="slidenum">
              <a:rPr sz="9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  <a:endParaRPr sz="90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1A92E810-A64D-864A-E713-F5B7065D4E1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 flipH="1">
            <a:off x="623888" y="457200"/>
            <a:ext cx="8172450" cy="244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36000" rIns="0" bIns="0" anchor="t">
            <a:spAutoFit/>
          </a:bodyPr>
          <a:lstStyle xmlns:a="http://schemas.openxmlformats.org/drawingml/2006/main">
            <a:lvl1pPr marL="0" indent="0">
              <a:buNone/>
              <a:defRPr sz="1500" b="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Deck Title/Main Idea</a:t>
            </a:r>
          </a:p>
        </p:txBody>
      </p:sp>
      <p:pic>
        <p:nvPicPr>
          <p:cNvPr id="12" name="Graphic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1df82ab954078">
            <a:lum bright="100000"/>
            <a:extLst>
              <a:ext uri="{96DAC541-7B7A-43D3-8B79-37D633B846F1}">
                <asvg:svgBlip xmlns:asvg="http://schemas.microsoft.com/office/drawing/2016/SVG/main" r:embed="R9a2b03d936ba499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7328" y="345760"/>
            <a:ext cx="914400" cy="122739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68409DB-CB7B-4169-181C-8AC7B3B3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rgbClr val="CBD0E5"/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rgbClr val="CBD0E5"/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1_Blank Layout with Sub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908050"/>
            <a:ext cx="5307012" cy="3046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lvl="0">
              <a:buNone/>
            </a:pPr>
            <a:r>
              <a:t>Click to edit Master title style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53188"/>
            <a:ext cx="27057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algn="r">
              <a:buNone/>
            </a:pPr>
            <a:fld id="{39601925-951F-4EA8-91E5-A517312BFAAA}" type="slidenum">
              <a:rPr sz="9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  <a:endParaRPr sz="90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 flipH="1">
            <a:off x="623888" y="457200"/>
            <a:ext cx="8172450" cy="244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36000" rIns="0" bIns="0" anchor="t">
            <a:spAutoFit/>
          </a:bodyPr>
          <a:lstStyle xmlns:a="http://schemas.openxmlformats.org/drawingml/2006/main">
            <a:lvl1pPr marL="0" indent="0">
              <a:buFont typeface="Arial"/>
              <a:buNone/>
              <a:defRPr sz="1500" b="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L="285750" lvl="0" indent="-285750" algn="l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t>Deck Title/Main Idea</a:t>
            </a:r>
          </a:p>
        </p:txBody>
      </p:sp>
      <p:pic>
        <p:nvPicPr>
          <p:cNvPr id="11" name="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b614a1b864cc9">
            <a:lum bright="100000"/>
            <a:extLst>
              <a:ext uri="{96DAC541-7B7A-43D3-8B79-37D633B846F1}">
                <asvg:svgBlip xmlns:asvg="http://schemas.microsoft.com/office/drawing/2016/SVG/main" r:embed="R7ab73f337e3540d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7328" y="345760"/>
            <a:ext cx="914400" cy="122739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059E093-06FF-D167-A76E-CF4FFD81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rgbClr val="CBD0E5"/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rgbClr val="CBD0E5"/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1_Blank Layout with Imag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908050"/>
            <a:ext cx="5307012" cy="3046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lvl="0">
              <a:buNone/>
            </a:pPr>
            <a:r>
              <a:t>Click to edit Master title style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53188"/>
            <a:ext cx="27057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algn="r">
              <a:buNone/>
            </a:pPr>
            <a:fld id="{39601925-951F-4EA8-91E5-A517312BFAAA}" type="slidenum">
              <a:rPr sz="9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  <a:endParaRPr sz="90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 flipH="1">
            <a:off x="623888" y="457200"/>
            <a:ext cx="5307012" cy="244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36000" rIns="0" bIns="0" anchor="t">
            <a:spAutoFit/>
          </a:bodyPr>
          <a:lstStyle xmlns:a="http://schemas.openxmlformats.org/drawingml/2006/main">
            <a:lvl1pPr marL="0" indent="0">
              <a:buFont typeface="Arial"/>
              <a:buNone/>
              <a:defRPr sz="1500" b="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L="285750" lvl="0" indent="-285750" algn="l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t>Deck Title/Main Idea</a:t>
            </a:r>
          </a:p>
        </p:txBody>
      </p:sp>
      <p:sp>
        <p:nvSpPr>
          <p:cNvPr id="9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6275388" y="0"/>
            <a:ext cx="5916612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buNone/>
              <a:defRPr>
                <a:solidFill>
                  <a:schemeClr val="bg2"/>
                </a:solidFill>
              </a:defRPr>
            </a:lvl1pPr>
          </a:lstStyle>
          <a:p xmlns:a="http://schemas.openxmlformats.org/drawingml/2006/main">
            <a:pPr marL="228600" lvl="0" indent="-228600" algn="ctr">
              <a:buNone/>
            </a:pPr>
            <a:r>
              <a:t>Replace image </a:t>
            </a:r>
            <a:br/>
            <a:r>
              <a:t>of your choice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D0A526-A5A2-A405-EAF5-731C3A9C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rgbClr val="CBD0E5"/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rgbClr val="CBD0E5"/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1_Blank Layout with Image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E0C4611E-F017-7C1D-2FF4-E1E27846092D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0" y="0"/>
            <a:ext cx="5916612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>
              <a:lnSpc>
                <a:spcPct val="100000"/>
              </a:lnSpc>
              <a:buNone/>
              <a:defRPr>
                <a:solidFill>
                  <a:schemeClr val="bg2"/>
                </a:solidFill>
              </a:defRPr>
            </a:lvl1pPr>
          </a:lstStyle>
          <a:p xmlns:a="http://schemas.openxmlformats.org/drawingml/2006/main">
            <a:pPr marL="228600" lvl="0" indent="-228600" algn="ctr">
              <a:buNone/>
            </a:pPr>
            <a:r>
              <a:t>Replace image </a:t>
            </a:r>
            <a:br/>
            <a:r>
              <a:t>of your choice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8A799FA-C73D-ED39-C551-268E9A6FE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75300" y="908050"/>
            <a:ext cx="5307012" cy="3046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2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lvl="0">
              <a:buNone/>
            </a:pPr>
            <a:r>
              <a:t>Click to edit Master title style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554E1C-C3D3-0AA0-1FE5-E52D3268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53188"/>
            <a:ext cx="270570" cy="138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85891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28837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71783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14729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674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00620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43566" algn="l" defTabSz="685891"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 algn="r">
              <a:buNone/>
            </a:pPr>
            <a:fld id="{39601925-951F-4EA8-91E5-A517312BFAAA}" type="slidenum">
              <a:rPr sz="9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  <a:endParaRPr sz="90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07CFC0FC-EE3C-B83B-D888-70A4672B3CA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 flipH="1">
            <a:off x="6275300" y="457200"/>
            <a:ext cx="5307012" cy="2441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36000" rIns="0" bIns="0" anchor="t">
            <a:spAutoFit/>
          </a:bodyPr>
          <a:lstStyle xmlns:a="http://schemas.openxmlformats.org/drawingml/2006/main">
            <a:lvl1pPr marL="0" indent="0">
              <a:buFont typeface="Arial"/>
              <a:buNone/>
              <a:defRPr sz="1500" b="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L="285750" lvl="0" indent="-285750" algn="l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t>Deck Title/Main Idea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24F5721-09A8-C795-2E2B-2C53C159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6453188"/>
            <a:ext cx="2781211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 spc="50">
                <a:solidFill>
                  <a:srgbClr val="CBD0E5"/>
                </a:solidFill>
                <a:latin typeface="+mn-lt"/>
                <a:ea typeface="+mn-lt"/>
                <a:cs typeface="+mn-lt"/>
              </a:rPr>
              <a:t>© Hexaware Technologies. Confidential briefing. </a:t>
            </a:r>
            <a:endParaRPr sz="700" kern="0" spc="50" baseline="0">
              <a:solidFill>
                <a:srgbClr val="CBD0E5"/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30425006184046" /><Relationship Type="http://schemas.openxmlformats.org/officeDocument/2006/relationships/slideLayout" Target="/ppt/slideLayouts/slideLayout1.xml" Id="R2d7b37a1d6d24d05" /><Relationship Type="http://schemas.openxmlformats.org/officeDocument/2006/relationships/slideLayout" Target="/ppt/slideLayouts/slideLayout2.xml" Id="Rc3dcfd455cd4451f" /><Relationship Type="http://schemas.openxmlformats.org/officeDocument/2006/relationships/slideLayout" Target="/ppt/slideLayouts/slideLayout3.xml" Id="Rdca1db7ed8d945c7" /><Relationship Type="http://schemas.openxmlformats.org/officeDocument/2006/relationships/slideLayout" Target="/ppt/slideLayouts/slideLayout4.xml" Id="R5b14cf8da24e493a" /><Relationship Type="http://schemas.openxmlformats.org/officeDocument/2006/relationships/slideLayout" Target="/ppt/slideLayouts/slideLayout5.xml" Id="R0503f2c4a6fc4699" /><Relationship Type="http://schemas.openxmlformats.org/officeDocument/2006/relationships/slideLayout" Target="/ppt/slideLayouts/slideLayout6.xml" Id="R49409364a5ff4344" /><Relationship Type="http://schemas.openxmlformats.org/officeDocument/2006/relationships/slideLayout" Target="/ppt/slideLayouts/slideLayout7.xml" Id="R909144d01f57495e" /><Relationship Type="http://schemas.openxmlformats.org/officeDocument/2006/relationships/slideLayout" Target="/ppt/slideLayouts/slideLayout8.xml" Id="R0541119428054378" /><Relationship Type="http://schemas.openxmlformats.org/officeDocument/2006/relationships/slideLayout" Target="/ppt/slideLayouts/slideLayout9.xml" Id="R709696d13e724f9f" /><Relationship Type="http://schemas.openxmlformats.org/officeDocument/2006/relationships/slideLayout" Target="/ppt/slideLayouts/slideLayout10.xml" Id="Rf5e1d0ef1fe54589" /><Relationship Type="http://schemas.openxmlformats.org/officeDocument/2006/relationships/slideLayout" Target="/ppt/slideLayouts/slideLayout11.xml" Id="Rf65436e38acd4cc3" /><Relationship Type="http://schemas.openxmlformats.org/officeDocument/2006/relationships/slideLayout" Target="/ppt/slideLayouts/slideLayout12.xml" Id="R705d1acc1b9844c5" /><Relationship Type="http://schemas.openxmlformats.org/officeDocument/2006/relationships/slideLayout" Target="/ppt/slideLayouts/slideLayout13.xml" Id="R2ab620c025dc406e" /><Relationship Type="http://schemas.openxmlformats.org/officeDocument/2006/relationships/slideLayout" Target="/ppt/slideLayouts/slideLayout14.xml" Id="R457b7636a12a42d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2890344c95645db" /><Relationship Type="http://schemas.openxmlformats.org/officeDocument/2006/relationships/slideLayout" Target="/ppt/slideLayouts/slideLayout15.xml" Id="R3bb91b4a3e034f4b" /><Relationship Type="http://schemas.openxmlformats.org/officeDocument/2006/relationships/slideLayout" Target="/ppt/slideLayouts/slideLayout16.xml" Id="R1c84b7118d044ca0" /><Relationship Type="http://schemas.openxmlformats.org/officeDocument/2006/relationships/slideLayout" Target="/ppt/slideLayouts/slideLayout17.xml" Id="R5b9a4e0132bf42a4" /><Relationship Type="http://schemas.openxmlformats.org/officeDocument/2006/relationships/slideLayout" Target="/ppt/slideLayouts/slideLayout18.xml" Id="Rff0d3bef80c847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7b37a1d6d24d05"/>
    <p:sldLayoutId xmlns:r="http://schemas.openxmlformats.org/officeDocument/2006/relationships" id="2147483650" r:id="Rc3dcfd455cd4451f"/>
    <p:sldLayoutId xmlns:r="http://schemas.openxmlformats.org/officeDocument/2006/relationships" id="2147483651" r:id="Rdca1db7ed8d945c7"/>
    <p:sldLayoutId xmlns:r="http://schemas.openxmlformats.org/officeDocument/2006/relationships" id="2147483652" r:id="R5b14cf8da24e493a"/>
    <p:sldLayoutId xmlns:r="http://schemas.openxmlformats.org/officeDocument/2006/relationships" id="2147483653" r:id="R0503f2c4a6fc4699"/>
    <p:sldLayoutId xmlns:r="http://schemas.openxmlformats.org/officeDocument/2006/relationships" id="2147483654" r:id="R49409364a5ff4344"/>
    <p:sldLayoutId xmlns:r="http://schemas.openxmlformats.org/officeDocument/2006/relationships" id="2147483655" r:id="R909144d01f57495e"/>
    <p:sldLayoutId xmlns:r="http://schemas.openxmlformats.org/officeDocument/2006/relationships" id="2147483656" r:id="R0541119428054378"/>
    <p:sldLayoutId xmlns:r="http://schemas.openxmlformats.org/officeDocument/2006/relationships" id="2147483657" r:id="R709696d13e724f9f"/>
    <p:sldLayoutId xmlns:r="http://schemas.openxmlformats.org/officeDocument/2006/relationships" id="2147483658" r:id="Rf5e1d0ef1fe54589"/>
    <p:sldLayoutId xmlns:r="http://schemas.openxmlformats.org/officeDocument/2006/relationships" id="2147483659" r:id="Rf65436e38acd4cc3"/>
    <p:sldLayoutId xmlns:r="http://schemas.openxmlformats.org/officeDocument/2006/relationships" id="2147483660" r:id="R705d1acc1b9844c5"/>
    <p:sldLayoutId xmlns:r="http://schemas.openxmlformats.org/officeDocument/2006/relationships" id="2147483661" r:id="R2ab620c025dc406e"/>
    <p:sldLayoutId xmlns:r="http://schemas.openxmlformats.org/officeDocument/2006/relationships" id="2147483662" r:id="R457b7636a12a42d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bb91b4a3e034f4b"/>
    <p:sldLayoutId xmlns:r="http://schemas.openxmlformats.org/officeDocument/2006/relationships" id="2147483665" r:id="R1c84b7118d044ca0"/>
    <p:sldLayoutId xmlns:r="http://schemas.openxmlformats.org/officeDocument/2006/relationships" id="2147483666" r:id="R5b9a4e0132bf42a4"/>
    <p:sldLayoutId xmlns:r="http://schemas.openxmlformats.org/officeDocument/2006/relationships" id="2147483667" r:id="Rff0d3bef80c8475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Hexaware Master">
  <a:themeElements>
    <a:clrScheme name="Custom 4">
      <a:dk1>
        <a:srgbClr val="000000"/>
      </a:dk1>
      <a:lt1>
        <a:srgbClr val="FFFFFF"/>
      </a:lt1>
      <a:dk2>
        <a:srgbClr val="07125E"/>
      </a:dk2>
      <a:lt2>
        <a:srgbClr val="FFFFFF"/>
      </a:lt2>
      <a:accent1>
        <a:srgbClr val="3C2CDA"/>
      </a:accent1>
      <a:accent2>
        <a:srgbClr val="1D86FF"/>
      </a:accent2>
      <a:accent3>
        <a:srgbClr val="14CBDE"/>
      </a:accent3>
      <a:accent4>
        <a:srgbClr val="07125E"/>
      </a:accent4>
      <a:accent5>
        <a:srgbClr val="8088A7"/>
      </a:accent5>
      <a:accent6>
        <a:srgbClr val="EA9D00"/>
      </a:accent6>
      <a:hlink>
        <a:srgbClr val="3C2CDA"/>
      </a:hlink>
      <a:folHlink>
        <a:srgbClr val="14CBDE"/>
      </a:folHlink>
    </a:clrScheme>
    <a:fontScheme name="Hexaware">
      <a:majorFont>
        <a:latin typeface="Manrope Light"/>
        <a:ea typeface="Helvetica Neue Medium"/>
        <a:cs typeface="Helvetica Neue Medium"/>
      </a:majorFont>
      <a:minorFont>
        <a:latin typeface="Manrope"/>
        <a:ea typeface="Helvetica Neue"/>
        <a:cs typeface="Helvetica Neue"/>
      </a:minorFont>
    </a:fontScheme>
    <a:fmtScheme name="Custom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Hexaware Master">
  <a:themeElements>
    <a:clrScheme name="Hexaware">
      <a:dk1>
        <a:srgbClr val="02051C"/>
      </a:dk1>
      <a:lt1>
        <a:srgbClr val="FFFFFF"/>
      </a:lt1>
      <a:dk2>
        <a:srgbClr val="07125E"/>
      </a:dk2>
      <a:lt2>
        <a:srgbClr val="FFFFFF"/>
      </a:lt2>
      <a:accent1>
        <a:srgbClr val="3C2DDA"/>
      </a:accent1>
      <a:accent2>
        <a:srgbClr val="1D86FF"/>
      </a:accent2>
      <a:accent3>
        <a:srgbClr val="14CBDE"/>
      </a:accent3>
      <a:accent4>
        <a:srgbClr val="07125E"/>
      </a:accent4>
      <a:accent5>
        <a:srgbClr val="8088A7"/>
      </a:accent5>
      <a:accent6>
        <a:srgbClr val="FF6300"/>
      </a:accent6>
      <a:hlink>
        <a:srgbClr val="3C2DDA"/>
      </a:hlink>
      <a:folHlink>
        <a:srgbClr val="14CBDE"/>
      </a:folHlink>
    </a:clrScheme>
    <a:fontScheme name="Hexaware">
      <a:majorFont>
        <a:latin typeface="Manrope Light"/>
        <a:ea typeface="Helvetica Neue Medium"/>
        <a:cs typeface="Helvetica Neue Medium"/>
      </a:majorFont>
      <a:minorFont>
        <a:latin typeface="Manrope"/>
        <a:ea typeface="Helvetica Neue"/>
        <a:cs typeface="Helvetica Neue"/>
      </a:minorFont>
    </a:fontScheme>
    <a:fmtScheme name="Hexawar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9a3319df5f4a7b" /><Relationship Type="http://schemas.openxmlformats.org/officeDocument/2006/relationships/notesSlide" Target="/ppt/notesSlides/notesSlide1.xml" Id="R6a3d633f99bf43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863F6F-7359-4620-BE8E-6C218AB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07125E"/>
                </a:solidFill>
                <a:latin typeface="Manrope Light"/>
                <a:ea typeface="Manrope Light"/>
                <a:cs typeface="Manrope Light"/>
              </a:defRPr>
            </a:pPr>
            <a:r>
              <a:rPr sz="3225">
                <a:solidFill>
                  <a:srgbClr val="07125E"/>
                </a:solidFill>
                <a:latin typeface="Manrope Light"/>
                <a:ea typeface="Manrope Light"/>
                <a:cs typeface="Manrope Light"/>
              </a:rPr>
              <a:t>System intent and system reality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1D304B2-3C8C-4547-9629-DBF736AB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90">
                <a:solidFill>
                  <a:srgbClr val="667085"/>
                </a:solidFill>
                <a:latin typeface="Manrope"/>
                <a:ea typeface="Manrope"/>
                <a:cs typeface="Manrope"/>
              </a:defRPr>
            </a:pPr>
            <a:r>
              <a:rPr sz="1290">
                <a:solidFill>
                  <a:srgbClr val="667085"/>
                </a:solidFill>
                <a:latin typeface="Manrope"/>
                <a:ea typeface="Manrope"/>
                <a:cs typeface="Manrope"/>
              </a:rPr>
              <a:t>RapidX captures design knowledge from code. Ontology captures execution evidence. A semantic layer connects both into one operational view.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FC912B5-E52C-42C9-AC85-199C87CD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E3"/>
            </a:solidFill>
            <a:prstDash val="solid"/>
          </a:ln>
        </p:spPr>
      </p:sp>
      <p:sp>
        <p:nvSpPr>
          <p:cNvPr id="4" name="enterprise-knowledge-fabric">
            <a:extLst xmlns:a="http://schemas.openxmlformats.org/drawingml/2006/main">
              <a:ext uri="{FF2B5EF4-FFF2-40B4-BE49-F238E27FC236}">
                <a16:creationId xmlns:a16="http://schemas.microsoft.com/office/drawing/2014/main" id="{065F1154-0D59-4687-AB40-77AD47F2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84772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3813">
            <a:solidFill>
              <a:srgbClr val="07125E"/>
            </a:solidFill>
            <a:prstDash val="solid"/>
          </a:ln>
        </p:spPr>
      </p:sp>
      <p:sp>
        <p:nvSpPr>
          <p:cNvPr id="5" name="fabric-label">
            <a:extLst xmlns:a="http://schemas.openxmlformats.org/drawingml/2006/main">
              <a:ext uri="{FF2B5EF4-FFF2-40B4-BE49-F238E27FC236}">
                <a16:creationId xmlns:a16="http://schemas.microsoft.com/office/drawing/2014/main" id="{25A71750-9E1E-48FE-8A33-71A2644D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75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rPr>
              <a:t>ENTERPRISE KNOWLEDGE FABRIC</a:t>
            </a:r>
          </a:p>
        </p:txBody>
      </p:sp>
      <p:sp>
        <p:nvSpPr>
          <p:cNvPr id="6" name="intent-section">
            <a:extLst xmlns:a="http://schemas.openxmlformats.org/drawingml/2006/main">
              <a:ext uri="{FF2B5EF4-FFF2-40B4-BE49-F238E27FC236}">
                <a16:creationId xmlns:a16="http://schemas.microsoft.com/office/drawing/2014/main" id="{4CE06F7D-990E-4C77-A5BD-B23BF564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8020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7125E"/>
            </a:solidFill>
            <a:prstDash val="solid"/>
          </a:ln>
        </p:spPr>
      </p:sp>
      <p:sp>
        <p:nvSpPr>
          <p:cNvPr id="7" name="intent-heading">
            <a:extLst xmlns:a="http://schemas.openxmlformats.org/drawingml/2006/main">
              <a:ext uri="{FF2B5EF4-FFF2-40B4-BE49-F238E27FC236}">
                <a16:creationId xmlns:a16="http://schemas.microsoft.com/office/drawing/2014/main" id="{B015760C-2675-4760-866C-DAE4E054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35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1725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rPr>
              <a:t>SYSTEM INTENT</a:t>
            </a:r>
          </a:p>
        </p:txBody>
      </p:sp>
      <p:sp>
        <p:nvSpPr>
          <p:cNvPr id="8" name="intent-product">
            <a:extLst xmlns:a="http://schemas.openxmlformats.org/drawingml/2006/main">
              <a:ext uri="{FF2B5EF4-FFF2-40B4-BE49-F238E27FC236}">
                <a16:creationId xmlns:a16="http://schemas.microsoft.com/office/drawing/2014/main" id="{2A897D8F-9B30-4A86-915A-69D9116C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716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3C2CDA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1013">
                <a:solidFill>
                  <a:srgbClr val="3C2CDA"/>
                </a:solidFill>
                <a:latin typeface="Manrope SemiBold"/>
                <a:ea typeface="Manrope SemiBold"/>
                <a:cs typeface="Manrope SemiBold"/>
              </a:rPr>
              <a:t>RAPIDX</a:t>
            </a:r>
          </a:p>
        </p:txBody>
      </p:sp>
      <p:sp>
        <p:nvSpPr>
          <p:cNvPr id="9" name="intent-prompt">
            <a:extLst xmlns:a="http://schemas.openxmlformats.org/drawingml/2006/main">
              <a:ext uri="{FF2B5EF4-FFF2-40B4-BE49-F238E27FC236}">
                <a16:creationId xmlns:a16="http://schemas.microsoft.com/office/drawing/2014/main" id="{2C030D7B-005F-4CEA-B3A9-581E31F6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>
                <a:solidFill>
                  <a:srgbClr val="667085"/>
                </a:solidFill>
                <a:latin typeface="Manrope"/>
                <a:ea typeface="Manrope"/>
                <a:cs typeface="Manrope"/>
              </a:defRPr>
            </a:pPr>
            <a:r>
              <a:rPr sz="1013">
                <a:solidFill>
                  <a:srgbClr val="667085"/>
                </a:solidFill>
                <a:latin typeface="Manrope"/>
                <a:ea typeface="Manrope"/>
                <a:cs typeface="Manrope"/>
              </a:rPr>
              <a:t>How the estate is designed</a:t>
            </a:r>
          </a:p>
        </p:txBody>
      </p:sp>
      <p:sp>
        <p:nvSpPr>
          <p:cNvPr id="10" name="intent-source-label">
            <a:extLst xmlns:a="http://schemas.openxmlformats.org/drawingml/2006/main">
              <a:ext uri="{FF2B5EF4-FFF2-40B4-BE49-F238E27FC236}">
                <a16:creationId xmlns:a16="http://schemas.microsoft.com/office/drawing/2014/main" id="{06FC7713-B179-42B2-867B-23BA1FDD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5742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10">
                <a:solidFill>
                  <a:srgbClr val="667085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810">
                <a:solidFill>
                  <a:srgbClr val="667085"/>
                </a:solidFill>
                <a:latin typeface="Manrope SemiBold"/>
                <a:ea typeface="Manrope SemiBold"/>
                <a:cs typeface="Manrope SemiBold"/>
              </a:rPr>
              <a:t>SOURCES</a:t>
            </a:r>
          </a:p>
        </p:txBody>
      </p:sp>
      <p:sp>
        <p:nvSpPr>
          <p:cNvPr id="11" name="intent-knowledge-label">
            <a:extLst xmlns:a="http://schemas.openxmlformats.org/drawingml/2006/main">
              <a:ext uri="{FF2B5EF4-FFF2-40B4-BE49-F238E27FC236}">
                <a16:creationId xmlns:a16="http://schemas.microsoft.com/office/drawing/2014/main" id="{730F1FC4-5286-4719-952D-2488DD49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57425"/>
            <a:ext cx="519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10">
                <a:solidFill>
                  <a:srgbClr val="667085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810">
                <a:solidFill>
                  <a:srgbClr val="667085"/>
                </a:solidFill>
                <a:latin typeface="Manrope SemiBold"/>
                <a:ea typeface="Manrope SemiBold"/>
                <a:cs typeface="Manrope SemiBold"/>
              </a:rPr>
              <a:t>CODE-DERIVED KNOWLEDGE</a:t>
            </a:r>
          </a:p>
        </p:txBody>
      </p:sp>
      <p:sp>
        <p:nvSpPr>
          <p:cNvPr id="12" name="intent-source-1">
            <a:extLst xmlns:a="http://schemas.openxmlformats.org/drawingml/2006/main">
              <a:ext uri="{FF2B5EF4-FFF2-40B4-BE49-F238E27FC236}">
                <a16:creationId xmlns:a16="http://schemas.microsoft.com/office/drawing/2014/main" id="{713BB95D-FE5D-4F84-889E-BD4A34A1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7125E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rPr>
              <a:t>Source code repositories</a:t>
            </a:r>
          </a:p>
        </p:txBody>
      </p:sp>
      <p:sp>
        <p:nvSpPr>
          <p:cNvPr id="13" name="intent-source-2">
            <a:extLst xmlns:a="http://schemas.openxmlformats.org/drawingml/2006/main">
              <a:ext uri="{FF2B5EF4-FFF2-40B4-BE49-F238E27FC236}">
                <a16:creationId xmlns:a16="http://schemas.microsoft.com/office/drawing/2014/main" id="{B788D705-9BF0-48D7-8707-EE233C94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4797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7125E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rPr>
              <a:t>Schemas and configuration</a:t>
            </a:r>
          </a:p>
        </p:txBody>
      </p:sp>
      <p:sp>
        <p:nvSpPr>
          <p:cNvPr id="14" name="intent-source-3">
            <a:extLst xmlns:a="http://schemas.openxmlformats.org/drawingml/2006/main">
              <a:ext uri="{FF2B5EF4-FFF2-40B4-BE49-F238E27FC236}">
                <a16:creationId xmlns:a16="http://schemas.microsoft.com/office/drawing/2014/main" id="{F2D30884-0E7F-4A11-8EBA-7134B91C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7125E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rPr>
              <a:t>Technical documentation</a:t>
            </a:r>
          </a:p>
        </p:txBody>
      </p:sp>
      <p:sp>
        <p:nvSpPr>
          <p:cNvPr id="15" name="intent-knowledge-1">
            <a:extLst xmlns:a="http://schemas.openxmlformats.org/drawingml/2006/main">
              <a:ext uri="{FF2B5EF4-FFF2-40B4-BE49-F238E27FC236}">
                <a16:creationId xmlns:a16="http://schemas.microsoft.com/office/drawing/2014/main" id="{B4E50E36-70D0-4D65-B849-2C676585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76500"/>
            <a:ext cx="2524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5E"/>
          </a:solidFill>
          <a:ln xmlns:a="http://schemas.openxmlformats.org/drawingml/2006/main" w="11430">
            <a:solidFill>
              <a:srgbClr val="07125E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Architecture and dependencies</a:t>
            </a:r>
          </a:p>
        </p:txBody>
      </p:sp>
      <p:sp>
        <p:nvSpPr>
          <p:cNvPr id="16" name="intent-knowledge-2">
            <a:extLst xmlns:a="http://schemas.openxmlformats.org/drawingml/2006/main">
              <a:ext uri="{FF2B5EF4-FFF2-40B4-BE49-F238E27FC236}">
                <a16:creationId xmlns:a16="http://schemas.microsoft.com/office/drawing/2014/main" id="{BEB9DF8F-ED57-48CB-8B8F-7D397E9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2524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5E"/>
          </a:solidFill>
          <a:ln xmlns:a="http://schemas.openxmlformats.org/drawingml/2006/main" w="11430">
            <a:solidFill>
              <a:srgbClr val="07125E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APIs and service contracts</a:t>
            </a:r>
          </a:p>
        </p:txBody>
      </p:sp>
      <p:sp>
        <p:nvSpPr>
          <p:cNvPr id="17" name="intent-knowledge-3">
            <a:extLst xmlns:a="http://schemas.openxmlformats.org/drawingml/2006/main">
              <a:ext uri="{FF2B5EF4-FFF2-40B4-BE49-F238E27FC236}">
                <a16:creationId xmlns:a16="http://schemas.microsoft.com/office/drawing/2014/main" id="{505E7EE6-D0DB-4ABE-B561-908EC0D4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47975"/>
            <a:ext cx="2524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5E"/>
          </a:solidFill>
          <a:ln xmlns:a="http://schemas.openxmlformats.org/drawingml/2006/main" w="11430">
            <a:solidFill>
              <a:srgbClr val="07125E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Data access patterns</a:t>
            </a:r>
          </a:p>
        </p:txBody>
      </p:sp>
      <p:sp>
        <p:nvSpPr>
          <p:cNvPr id="18" name="intent-knowledge-4">
            <a:extLst xmlns:a="http://schemas.openxmlformats.org/drawingml/2006/main">
              <a:ext uri="{FF2B5EF4-FFF2-40B4-BE49-F238E27FC236}">
                <a16:creationId xmlns:a16="http://schemas.microsoft.com/office/drawing/2014/main" id="{F8EC2F0B-7759-4A6A-8D9F-355CC4CA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47975"/>
            <a:ext cx="2524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5E"/>
          </a:solidFill>
          <a:ln xmlns:a="http://schemas.openxmlformats.org/drawingml/2006/main" w="11430">
            <a:solidFill>
              <a:srgbClr val="07125E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Business rules</a:t>
            </a:r>
          </a:p>
        </p:txBody>
      </p:sp>
      <p:sp>
        <p:nvSpPr>
          <p:cNvPr id="19" name="intent-knowledge-5">
            <a:extLst xmlns:a="http://schemas.openxmlformats.org/drawingml/2006/main">
              <a:ext uri="{FF2B5EF4-FFF2-40B4-BE49-F238E27FC236}">
                <a16:creationId xmlns:a16="http://schemas.microsoft.com/office/drawing/2014/main" id="{17E53DDB-4C25-40E1-9291-E673E4D4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9450"/>
            <a:ext cx="2524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5E"/>
          </a:solidFill>
          <a:ln xmlns:a="http://schemas.openxmlformats.org/drawingml/2006/main" w="11430">
            <a:solidFill>
              <a:srgbClr val="07125E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Domain concepts</a:t>
            </a:r>
          </a:p>
        </p:txBody>
      </p:sp>
      <p:sp>
        <p:nvSpPr>
          <p:cNvPr id="20" name="intent-knowledge-6">
            <a:extLst xmlns:a="http://schemas.openxmlformats.org/drawingml/2006/main">
              <a:ext uri="{FF2B5EF4-FFF2-40B4-BE49-F238E27FC236}">
                <a16:creationId xmlns:a16="http://schemas.microsoft.com/office/drawing/2014/main" id="{5D88A8BC-4A84-4CFE-B85F-91475CDF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2524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5E"/>
          </a:solidFill>
          <a:ln xmlns:a="http://schemas.openxmlformats.org/drawingml/2006/main" w="11430">
            <a:solidFill>
              <a:srgbClr val="07125E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Recovered tribal knowledge</a:t>
            </a:r>
          </a:p>
        </p:txBody>
      </p:sp>
      <p:sp>
        <p:nvSpPr>
          <p:cNvPr id="21" name="reality-section">
            <a:extLst xmlns:a="http://schemas.openxmlformats.org/drawingml/2006/main">
              <a:ext uri="{FF2B5EF4-FFF2-40B4-BE49-F238E27FC236}">
                <a16:creationId xmlns:a16="http://schemas.microsoft.com/office/drawing/2014/main" id="{775865CC-AC50-420E-984B-81953781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8020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7125E"/>
            </a:solidFill>
            <a:prstDash val="solid"/>
          </a:ln>
        </p:spPr>
      </p:sp>
      <p:sp>
        <p:nvSpPr>
          <p:cNvPr id="22" name="reality-heading">
            <a:extLst xmlns:a="http://schemas.openxmlformats.org/drawingml/2006/main">
              <a:ext uri="{FF2B5EF4-FFF2-40B4-BE49-F238E27FC236}">
                <a16:creationId xmlns:a16="http://schemas.microsoft.com/office/drawing/2014/main" id="{B4631AF2-9772-4CD7-9B77-7EEF6555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1725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rPr>
              <a:t>SYSTEM REALITY</a:t>
            </a:r>
          </a:p>
        </p:txBody>
      </p:sp>
      <p:sp>
        <p:nvSpPr>
          <p:cNvPr id="23" name="reality-product">
            <a:extLst xmlns:a="http://schemas.openxmlformats.org/drawingml/2006/main">
              <a:ext uri="{FF2B5EF4-FFF2-40B4-BE49-F238E27FC236}">
                <a16:creationId xmlns:a16="http://schemas.microsoft.com/office/drawing/2014/main" id="{55B9D744-8BA8-4093-9440-FB36C615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3C2CDA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1013">
                <a:solidFill>
                  <a:srgbClr val="3C2CDA"/>
                </a:solidFill>
                <a:latin typeface="Manrope SemiBold"/>
                <a:ea typeface="Manrope SemiBold"/>
                <a:cs typeface="Manrope SemiBold"/>
              </a:rPr>
              <a:t>ONTOLOGY / ZERO LAG</a:t>
            </a:r>
          </a:p>
        </p:txBody>
      </p:sp>
      <p:sp>
        <p:nvSpPr>
          <p:cNvPr id="24" name="reality-prompt">
            <a:extLst xmlns:a="http://schemas.openxmlformats.org/drawingml/2006/main">
              <a:ext uri="{FF2B5EF4-FFF2-40B4-BE49-F238E27FC236}">
                <a16:creationId xmlns:a16="http://schemas.microsoft.com/office/drawing/2014/main" id="{4E14DC48-D20B-4C39-8FC4-B69DD769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622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>
                <a:solidFill>
                  <a:srgbClr val="667085"/>
                </a:solidFill>
                <a:latin typeface="Manrope"/>
                <a:ea typeface="Manrope"/>
                <a:cs typeface="Manrope"/>
              </a:defRPr>
            </a:pPr>
            <a:r>
              <a:rPr sz="1013">
                <a:solidFill>
                  <a:srgbClr val="667085"/>
                </a:solidFill>
                <a:latin typeface="Manrope"/>
                <a:ea typeface="Manrope"/>
                <a:cs typeface="Manrope"/>
              </a:rPr>
              <a:t>What actually happened</a:t>
            </a:r>
          </a:p>
        </p:txBody>
      </p:sp>
      <p:sp>
        <p:nvSpPr>
          <p:cNvPr id="25" name="reality-source-label">
            <a:extLst xmlns:a="http://schemas.openxmlformats.org/drawingml/2006/main">
              <a:ext uri="{FF2B5EF4-FFF2-40B4-BE49-F238E27FC236}">
                <a16:creationId xmlns:a16="http://schemas.microsoft.com/office/drawing/2014/main" id="{A6F77C89-6986-437F-93A8-DB957C21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10">
                <a:solidFill>
                  <a:srgbClr val="667085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810">
                <a:solidFill>
                  <a:srgbClr val="667085"/>
                </a:solidFill>
                <a:latin typeface="Manrope SemiBold"/>
                <a:ea typeface="Manrope SemiBold"/>
                <a:cs typeface="Manrope SemiBold"/>
              </a:rPr>
              <a:t>RUNTIME SIGNALS</a:t>
            </a:r>
          </a:p>
        </p:txBody>
      </p:sp>
      <p:sp>
        <p:nvSpPr>
          <p:cNvPr id="26" name="reality-knowledge-label">
            <a:extLst xmlns:a="http://schemas.openxmlformats.org/drawingml/2006/main">
              <a:ext uri="{FF2B5EF4-FFF2-40B4-BE49-F238E27FC236}">
                <a16:creationId xmlns:a16="http://schemas.microsoft.com/office/drawing/2014/main" id="{676F3581-08F0-4DCA-8C21-B06057AF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362450"/>
            <a:ext cx="519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10">
                <a:solidFill>
                  <a:srgbClr val="667085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810">
                <a:solidFill>
                  <a:srgbClr val="667085"/>
                </a:solidFill>
                <a:latin typeface="Manrope SemiBold"/>
                <a:ea typeface="Manrope SemiBold"/>
                <a:cs typeface="Manrope SemiBold"/>
              </a:rPr>
              <a:t>CONTEXTUALIZED RUNTIME KNOWLEDGE</a:t>
            </a:r>
          </a:p>
        </p:txBody>
      </p:sp>
      <p:sp>
        <p:nvSpPr>
          <p:cNvPr id="27" name="reality-source-1">
            <a:extLst xmlns:a="http://schemas.openxmlformats.org/drawingml/2006/main">
              <a:ext uri="{FF2B5EF4-FFF2-40B4-BE49-F238E27FC236}">
                <a16:creationId xmlns:a16="http://schemas.microsoft.com/office/drawing/2014/main" id="{D9173F6F-30D5-43A8-877C-DF04CF9B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815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C2CDA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3C2CDA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3C2CDA"/>
                </a:solidFill>
                <a:latin typeface="Manrope SemiBold"/>
                <a:ea typeface="Manrope SemiBold"/>
                <a:cs typeface="Manrope SemiBold"/>
              </a:rPr>
              <a:t>User actions</a:t>
            </a:r>
          </a:p>
        </p:txBody>
      </p:sp>
      <p:sp>
        <p:nvSpPr>
          <p:cNvPr id="28" name="reality-source-2">
            <a:extLst xmlns:a="http://schemas.openxmlformats.org/drawingml/2006/main">
              <a:ext uri="{FF2B5EF4-FFF2-40B4-BE49-F238E27FC236}">
                <a16:creationId xmlns:a16="http://schemas.microsoft.com/office/drawing/2014/main" id="{A67502CF-814F-4BE5-8E17-F9D0DA79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C2CDA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3C2CDA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3C2CDA"/>
                </a:solidFill>
                <a:latin typeface="Manrope SemiBold"/>
                <a:ea typeface="Manrope SemiBold"/>
                <a:cs typeface="Manrope SemiBold"/>
              </a:rPr>
              <a:t>Business events</a:t>
            </a:r>
          </a:p>
        </p:txBody>
      </p:sp>
      <p:sp>
        <p:nvSpPr>
          <p:cNvPr id="29" name="reality-source-3">
            <a:extLst xmlns:a="http://schemas.openxmlformats.org/drawingml/2006/main">
              <a:ext uri="{FF2B5EF4-FFF2-40B4-BE49-F238E27FC236}">
                <a16:creationId xmlns:a16="http://schemas.microsoft.com/office/drawing/2014/main" id="{1349A70D-0948-47C6-8681-ED31268C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2447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C2CDA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3C2CDA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3C2CDA"/>
                </a:solidFill>
                <a:latin typeface="Manrope SemiBold"/>
                <a:ea typeface="Manrope SemiBold"/>
                <a:cs typeface="Manrope SemiBold"/>
              </a:rPr>
              <a:t>Distributed traces and logs</a:t>
            </a:r>
          </a:p>
        </p:txBody>
      </p:sp>
      <p:sp>
        <p:nvSpPr>
          <p:cNvPr id="30" name="reality-knowledge-1">
            <a:extLst xmlns:a="http://schemas.openxmlformats.org/drawingml/2006/main">
              <a:ext uri="{FF2B5EF4-FFF2-40B4-BE49-F238E27FC236}">
                <a16:creationId xmlns:a16="http://schemas.microsoft.com/office/drawing/2014/main" id="{64C57BE3-0D16-4E3C-BED9-E74A7523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81525"/>
            <a:ext cx="2524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11430">
            <a:solidFill>
              <a:srgbClr val="3C2CDA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Runtime call paths</a:t>
            </a:r>
          </a:p>
        </p:txBody>
      </p:sp>
      <p:sp>
        <p:nvSpPr>
          <p:cNvPr id="31" name="reality-knowledge-2">
            <a:extLst xmlns:a="http://schemas.openxmlformats.org/drawingml/2006/main">
              <a:ext uri="{FF2B5EF4-FFF2-40B4-BE49-F238E27FC236}">
                <a16:creationId xmlns:a16="http://schemas.microsoft.com/office/drawing/2014/main" id="{CB8CC898-A9C6-4759-90C9-FD1A6D24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81525"/>
            <a:ext cx="2524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11430">
            <a:solidFill>
              <a:srgbClr val="3C2CDA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Live service dependencies</a:t>
            </a:r>
          </a:p>
        </p:txBody>
      </p:sp>
      <p:sp>
        <p:nvSpPr>
          <p:cNvPr id="32" name="reality-knowledge-3">
            <a:extLst xmlns:a="http://schemas.openxmlformats.org/drawingml/2006/main">
              <a:ext uri="{FF2B5EF4-FFF2-40B4-BE49-F238E27FC236}">
                <a16:creationId xmlns:a16="http://schemas.microsoft.com/office/drawing/2014/main" id="{66E6E831-86C0-41C4-ADF2-193D3155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53000"/>
            <a:ext cx="2524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11430">
            <a:solidFill>
              <a:srgbClr val="3C2CDA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State transitions</a:t>
            </a:r>
          </a:p>
        </p:txBody>
      </p:sp>
      <p:sp>
        <p:nvSpPr>
          <p:cNvPr id="33" name="reality-knowledge-4">
            <a:extLst xmlns:a="http://schemas.openxmlformats.org/drawingml/2006/main">
              <a:ext uri="{FF2B5EF4-FFF2-40B4-BE49-F238E27FC236}">
                <a16:creationId xmlns:a16="http://schemas.microsoft.com/office/drawing/2014/main" id="{8E279887-0FFA-4B10-86A1-E50AE9F4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53000"/>
            <a:ext cx="2524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11430">
            <a:solidFill>
              <a:srgbClr val="3C2CDA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Data movement</a:t>
            </a:r>
          </a:p>
        </p:txBody>
      </p:sp>
      <p:sp>
        <p:nvSpPr>
          <p:cNvPr id="34" name="reality-knowledge-5">
            <a:extLst xmlns:a="http://schemas.openxmlformats.org/drawingml/2006/main">
              <a:ext uri="{FF2B5EF4-FFF2-40B4-BE49-F238E27FC236}">
                <a16:creationId xmlns:a16="http://schemas.microsoft.com/office/drawing/2014/main" id="{7B502377-814E-43B1-839F-29DD874F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324475"/>
            <a:ext cx="2524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11430">
            <a:solidFill>
              <a:srgbClr val="3C2CDA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Data stores and lineage</a:t>
            </a:r>
          </a:p>
        </p:txBody>
      </p:sp>
      <p:sp>
        <p:nvSpPr>
          <p:cNvPr id="35" name="reality-knowledge-6">
            <a:extLst xmlns:a="http://schemas.openxmlformats.org/drawingml/2006/main">
              <a:ext uri="{FF2B5EF4-FFF2-40B4-BE49-F238E27FC236}">
                <a16:creationId xmlns:a16="http://schemas.microsoft.com/office/drawing/2014/main" id="{6134EF27-E115-4E0A-978A-9C50D6E7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24475"/>
            <a:ext cx="2524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CDA"/>
          </a:solidFill>
          <a:ln xmlns:a="http://schemas.openxmlformats.org/drawingml/2006/main" w="11430">
            <a:solidFill>
              <a:srgbClr val="3C2CDA"/>
            </a:solidFill>
            <a:prstDash val="solid"/>
          </a:ln>
        </p:spPr>
        <p:txBody>
          <a:bodyPr xmlns:a="http://schemas.openxmlformats.org/drawingml/2006/main" wrap="square" lIns="104775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6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Outcomes and exceptions</a:t>
            </a:r>
          </a:p>
        </p:txBody>
      </p:sp>
      <p:sp>
        <p:nvSpPr>
          <p:cNvPr id="36" name="intent-flow">
            <a:extLst xmlns:a="http://schemas.openxmlformats.org/drawingml/2006/main">
              <a:ext uri="{FF2B5EF4-FFF2-40B4-BE49-F238E27FC236}">
                <a16:creationId xmlns:a16="http://schemas.microsoft.com/office/drawing/2014/main" id="{40190717-CFE5-4FD7-A216-F417FB4D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6667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CBDE"/>
          </a:solidFill>
          <a:ln xmlns:a="http://schemas.openxmlformats.org/drawingml/2006/main" w="0">
            <a:noFill/>
          </a:ln>
        </p:spPr>
      </p:sp>
      <p:sp>
        <p:nvSpPr>
          <p:cNvPr id="37" name="reality-flow">
            <a:extLst xmlns:a="http://schemas.openxmlformats.org/drawingml/2006/main">
              <a:ext uri="{FF2B5EF4-FFF2-40B4-BE49-F238E27FC236}">
                <a16:creationId xmlns:a16="http://schemas.microsoft.com/office/drawing/2014/main" id="{1639E58A-559D-40AA-A9E1-8BA021AF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29150"/>
            <a:ext cx="6667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CBDE"/>
          </a:solidFill>
          <a:ln xmlns:a="http://schemas.openxmlformats.org/drawingml/2006/main" w="0">
            <a:noFill/>
          </a:ln>
        </p:spPr>
      </p:sp>
      <p:sp>
        <p:nvSpPr>
          <p:cNvPr id="38" name="converged-intelligence">
            <a:extLst xmlns:a="http://schemas.openxmlformats.org/drawingml/2006/main">
              <a:ext uri="{FF2B5EF4-FFF2-40B4-BE49-F238E27FC236}">
                <a16:creationId xmlns:a16="http://schemas.microsoft.com/office/drawing/2014/main" id="{BFD7A75B-F986-4EC8-B214-AE39BC42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90700"/>
            <a:ext cx="2105025" cy="391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5E"/>
          </a:solidFill>
          <a:ln xmlns:a="http://schemas.openxmlformats.org/drawingml/2006/main" w="9525">
            <a:solidFill>
              <a:srgbClr val="07125E"/>
            </a:solidFill>
            <a:prstDash val="solid"/>
          </a:ln>
        </p:spPr>
      </p:sp>
      <p:sp>
        <p:nvSpPr>
          <p:cNvPr id="39" name="target-state-label">
            <a:extLst xmlns:a="http://schemas.openxmlformats.org/drawingml/2006/main">
              <a:ext uri="{FF2B5EF4-FFF2-40B4-BE49-F238E27FC236}">
                <a16:creationId xmlns:a16="http://schemas.microsoft.com/office/drawing/2014/main" id="{8C9D5948-6468-4575-8758-85C5CB08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81200"/>
            <a:ext cx="1724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4CBDE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863">
                <a:solidFill>
                  <a:srgbClr val="14CBDE"/>
                </a:solidFill>
                <a:latin typeface="Manrope SemiBold"/>
                <a:ea typeface="Manrope SemiBold"/>
                <a:cs typeface="Manrope SemiBold"/>
              </a:rPr>
              <a:t>TARGET STATE</a:t>
            </a:r>
          </a:p>
        </p:txBody>
      </p:sp>
      <p:sp>
        <p:nvSpPr>
          <p:cNvPr id="40" name="converged-heading">
            <a:extLst xmlns:a="http://schemas.openxmlformats.org/drawingml/2006/main">
              <a:ext uri="{FF2B5EF4-FFF2-40B4-BE49-F238E27FC236}">
                <a16:creationId xmlns:a16="http://schemas.microsoft.com/office/drawing/2014/main" id="{6F743407-894B-40D5-9B4C-8B624FE6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38375"/>
            <a:ext cx="1724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Manrope Light"/>
                <a:ea typeface="Manrope Light"/>
                <a:cs typeface="Manrope Light"/>
              </a:defRPr>
            </a:pPr>
            <a:r>
              <a:rPr sz="2025">
                <a:solidFill>
                  <a:srgbClr val="FFFFFF"/>
                </a:solidFill>
                <a:latin typeface="Manrope Light"/>
                <a:ea typeface="Manrope Light"/>
                <a:cs typeface="Manrope Light"/>
              </a:rPr>
              <a:t>Converged</a:t>
            </a:r>
          </a:p>
          <a:p xmlns:a="http://schemas.openxmlformats.org/drawingml/2006/main">
            <a:pPr algn="ctr">
              <a:defRPr sz="2025">
                <a:solidFill>
                  <a:srgbClr val="FFFFFF"/>
                </a:solidFill>
                <a:latin typeface="Manrope Light"/>
                <a:ea typeface="Manrope Light"/>
                <a:cs typeface="Manrope Light"/>
              </a:defRPr>
            </a:pPr>
            <a:r>
              <a:rPr sz="2025">
                <a:solidFill>
                  <a:srgbClr val="FFFFFF"/>
                </a:solidFill>
                <a:latin typeface="Manrope Light"/>
                <a:ea typeface="Manrope Light"/>
                <a:cs typeface="Manrope Light"/>
              </a:rPr>
              <a:t>intelligence</a:t>
            </a:r>
          </a:p>
        </p:txBody>
      </p:sp>
      <p:sp>
        <p:nvSpPr>
          <p:cNvPr id="41" name="converged-product">
            <a:extLst xmlns:a="http://schemas.openxmlformats.org/drawingml/2006/main">
              <a:ext uri="{FF2B5EF4-FFF2-40B4-BE49-F238E27FC236}">
                <a16:creationId xmlns:a16="http://schemas.microsoft.com/office/drawing/2014/main" id="{93271A19-F98B-4D7D-893F-C2554A62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24175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8">
                <a:solidFill>
                  <a:srgbClr val="14CBDE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98">
                <a:solidFill>
                  <a:srgbClr val="14CBDE"/>
                </a:solidFill>
                <a:latin typeface="Manrope SemiBold"/>
                <a:ea typeface="Manrope SemiBold"/>
                <a:cs typeface="Manrope SemiBold"/>
              </a:rPr>
              <a:t>RapidX + Ontology</a:t>
            </a:r>
          </a:p>
        </p:txBody>
      </p:sp>
      <p:sp>
        <p:nvSpPr>
          <p:cNvPr id="42" name="semantic-bridge-box">
            <a:extLst xmlns:a="http://schemas.openxmlformats.org/drawingml/2006/main">
              <a:ext uri="{FF2B5EF4-FFF2-40B4-BE49-F238E27FC236}">
                <a16:creationId xmlns:a16="http://schemas.microsoft.com/office/drawing/2014/main" id="{EA663C15-198C-4E37-AD2B-D69AEC4C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76600"/>
            <a:ext cx="17049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semantic-bridge-title">
            <a:extLst xmlns:a="http://schemas.openxmlformats.org/drawingml/2006/main">
              <a:ext uri="{FF2B5EF4-FFF2-40B4-BE49-F238E27FC236}">
                <a16:creationId xmlns:a16="http://schemas.microsoft.com/office/drawing/2014/main" id="{D2191B3A-F03C-40B3-9349-8D0D606C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909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3C2CDA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825">
                <a:solidFill>
                  <a:srgbClr val="3C2CDA"/>
                </a:solidFill>
                <a:latin typeface="Manrope SemiBold"/>
                <a:ea typeface="Manrope SemiBold"/>
                <a:cs typeface="Manrope SemiBold"/>
              </a:rPr>
              <a:t>SEMANTIC BRIDGE</a:t>
            </a:r>
          </a:p>
        </p:txBody>
      </p:sp>
      <p:sp>
        <p:nvSpPr>
          <p:cNvPr id="44" name="semantic-bridge-items">
            <a:extLst xmlns:a="http://schemas.openxmlformats.org/drawingml/2006/main">
              <a:ext uri="{FF2B5EF4-FFF2-40B4-BE49-F238E27FC236}">
                <a16:creationId xmlns:a16="http://schemas.microsoft.com/office/drawing/2014/main" id="{7EBF1E9E-F51F-4FAA-BBA8-3292A927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38550"/>
            <a:ext cx="1476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90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90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rPr>
              <a:t>Shared identity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90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90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rPr>
              <a:t>Trace context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90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90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rPr>
              <a:t>Temporal links</a:t>
            </a:r>
          </a:p>
        </p:txBody>
      </p:sp>
      <p:sp>
        <p:nvSpPr>
          <p:cNvPr id="45" name="convergence-divider">
            <a:extLst xmlns:a="http://schemas.openxmlformats.org/drawingml/2006/main">
              <a:ext uri="{FF2B5EF4-FFF2-40B4-BE49-F238E27FC236}">
                <a16:creationId xmlns:a16="http://schemas.microsoft.com/office/drawing/2014/main" id="{016508EA-7894-4378-BB35-DB188B4A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76750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F68A7"/>
            </a:solidFill>
            <a:prstDash val="solid"/>
          </a:ln>
        </p:spPr>
      </p:sp>
      <p:sp>
        <p:nvSpPr>
          <p:cNvPr id="46" name="unified-view-title">
            <a:extLst xmlns:a="http://schemas.openxmlformats.org/drawingml/2006/main">
              <a:ext uri="{FF2B5EF4-FFF2-40B4-BE49-F238E27FC236}">
                <a16:creationId xmlns:a16="http://schemas.microsoft.com/office/drawing/2014/main" id="{FAD8C046-1317-4D52-AB36-38011D15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38675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4CBDE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825">
                <a:solidFill>
                  <a:srgbClr val="14CBDE"/>
                </a:solidFill>
                <a:latin typeface="Manrope SemiBold"/>
                <a:ea typeface="Manrope SemiBold"/>
                <a:cs typeface="Manrope SemiBold"/>
              </a:rPr>
              <a:t>UNIFIED ENTERPRISE GRAPH</a:t>
            </a:r>
          </a:p>
        </p:txBody>
      </p:sp>
      <p:sp>
        <p:nvSpPr>
          <p:cNvPr id="47" name="unified-view-items">
            <a:extLst xmlns:a="http://schemas.openxmlformats.org/drawingml/2006/main">
              <a:ext uri="{FF2B5EF4-FFF2-40B4-BE49-F238E27FC236}">
                <a16:creationId xmlns:a16="http://schemas.microsoft.com/office/drawing/2014/main" id="{AC9CF5C4-22F8-4787-9E8F-29A38BC4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53000"/>
            <a:ext cx="1476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105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Change impact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05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105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Root cause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05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1050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</a:rPr>
              <a:t>Data lineage</a:t>
            </a:r>
          </a:p>
        </p:txBody>
      </p:sp>
      <p:sp>
        <p:nvSpPr>
          <p:cNvPr id="48" name="future-state-caption">
            <a:extLst xmlns:a="http://schemas.openxmlformats.org/drawingml/2006/main">
              <a:ext uri="{FF2B5EF4-FFF2-40B4-BE49-F238E27FC236}">
                <a16:creationId xmlns:a16="http://schemas.microsoft.com/office/drawing/2014/main" id="{12A7310E-B55F-4F7B-BFAD-229D56AE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810250"/>
            <a:ext cx="2105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defRPr>
            </a:pPr>
            <a:r>
              <a:rPr sz="915">
                <a:solidFill>
                  <a:srgbClr val="07125E"/>
                </a:solidFill>
                <a:latin typeface="Manrope SemiBold"/>
                <a:ea typeface="Manrope SemiBold"/>
                <a:cs typeface="Manrope SemiBold"/>
              </a:rPr>
              <a:t>One explainable view across design, execution and data movement</a:t>
            </a:r>
          </a:p>
        </p:txBody>
      </p:sp>
    </p:spTree>
    <p:extLst>
      <p:ext uri="{BB962C8B-B14F-4D97-AF65-F5344CB8AC3E}">
        <p14:creationId xmlns:p14="http://schemas.microsoft.com/office/powerpoint/2010/main" val="271172863"/>
      </p:ext>
    </p:extLst>
  </p:cSld>
</p:sld>
</file>

<file path=ppt/theme/theme1.xml><?xml version="1.0" encoding="utf-8"?>
<a:theme xmlns:a="http://schemas.openxmlformats.org/drawingml/2006/main" name="Hexaware Master">
  <a:themeElements>
    <a:clrScheme name="Custom 4">
      <a:dk1>
        <a:srgbClr val="000000"/>
      </a:dk1>
      <a:lt1>
        <a:srgbClr val="FFFFFF"/>
      </a:lt1>
      <a:dk2>
        <a:srgbClr val="07125E"/>
      </a:dk2>
      <a:lt2>
        <a:srgbClr val="FFFFFF"/>
      </a:lt2>
      <a:accent1>
        <a:srgbClr val="3C2CDA"/>
      </a:accent1>
      <a:accent2>
        <a:srgbClr val="1D86FF"/>
      </a:accent2>
      <a:accent3>
        <a:srgbClr val="14CBDE"/>
      </a:accent3>
      <a:accent4>
        <a:srgbClr val="07125E"/>
      </a:accent4>
      <a:accent5>
        <a:srgbClr val="8088A7"/>
      </a:accent5>
      <a:accent6>
        <a:srgbClr val="EA9D00"/>
      </a:accent6>
      <a:hlink>
        <a:srgbClr val="3C2CDA"/>
      </a:hlink>
      <a:folHlink>
        <a:srgbClr val="14CBDE"/>
      </a:folHlink>
    </a:clrScheme>
    <a:fontScheme name="Hexaware">
      <a:majorFont>
        <a:latin typeface="Manrope Light"/>
        <a:ea typeface="Helvetica Neue Medium"/>
        <a:cs typeface="Helvetica Neue Medium"/>
      </a:majorFont>
      <a:minorFont>
        <a:latin typeface="Manrope"/>
        <a:ea typeface="Helvetica Neue"/>
        <a:cs typeface="Helvetica Neue"/>
      </a:minorFont>
    </a:fontScheme>
    <a:fmtScheme name="Custom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2026-09-22T21:16:51.1000000Z</dcterms:created>
  <dcterms:modified xsi:type="dcterms:W3CDTF">2026-09-22T21:16:51.1000000Z</dcterms:modified>
</coreProperties>
</file>